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8" r:id="rId1"/>
  </p:sldMasterIdLst>
  <p:notesMasterIdLst>
    <p:notesMasterId r:id="rId14"/>
  </p:notesMasterIdLst>
  <p:sldIdLst>
    <p:sldId id="256" r:id="rId2"/>
    <p:sldId id="291" r:id="rId3"/>
    <p:sldId id="262" r:id="rId4"/>
    <p:sldId id="257" r:id="rId5"/>
    <p:sldId id="260" r:id="rId6"/>
    <p:sldId id="263" r:id="rId7"/>
    <p:sldId id="258" r:id="rId8"/>
    <p:sldId id="265" r:id="rId9"/>
    <p:sldId id="259" r:id="rId10"/>
    <p:sldId id="261" r:id="rId11"/>
    <p:sldId id="264" r:id="rId12"/>
    <p:sldId id="266" r:id="rId13"/>
  </p:sldIdLst>
  <p:sldSz cx="12192000" cy="6858000"/>
  <p:notesSz cx="6858000" cy="9144000"/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124" d="100"/>
          <a:sy n="124" d="100"/>
        </p:scale>
        <p:origin x="96" y="1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45EDED-FB46-4922-A52A-BC1C3A155669}" type="datetimeFigureOut">
              <a:rPr lang="en-DK" smtClean="0"/>
              <a:t>29/01/2026</a:t>
            </a:fld>
            <a:endParaRPr lang="en-DK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DK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9B0DAE-A999-4E1E-9C7E-F67730222E7E}" type="slidenum">
              <a:rPr lang="en-DK" smtClean="0"/>
              <a:t>‹nr.›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4066904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7FD1A-B837-43AD-874C-AEA416430BAD}" type="slidenum">
              <a:rPr lang="da-DK" smtClean="0"/>
              <a:t>2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4300015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BF4E480B-94D6-46F9-A2B6-B98D311FDC19}"/>
              </a:ext>
            </a:extLst>
          </p:cNvPr>
          <p:cNvGrpSpPr/>
          <p:nvPr/>
        </p:nvGrpSpPr>
        <p:grpSpPr>
          <a:xfrm>
            <a:off x="0" y="0"/>
            <a:ext cx="12191999" cy="6861600"/>
            <a:chOff x="1" y="0"/>
            <a:chExt cx="12191999" cy="68616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7183CDE-91A1-40C3-8E80-66F89E1C2D53}"/>
                </a:ext>
              </a:extLst>
            </p:cNvPr>
            <p:cNvSpPr>
              <a:spLocks noChangeAspect="1"/>
            </p:cNvSpPr>
            <p:nvPr/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6756515-F9AA-46BD-8DD2-AA15BA492AC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BA365E2-8B71-408B-9092-0104216AC7A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dirty="0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BEDB8D7A-1BF6-4CDB-B93A-7736955F504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5AACD774-5167-46C7-8A62-6E2FE4BE9469}"/>
                  </a:ext>
                </a:extLst>
              </p:cNvPr>
              <p:cNvSpPr/>
              <p:nvPr/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06E0F2D8-452E-48F9-9912-C47EAEAE1802}"/>
                  </a:ext>
                </a:extLst>
              </p:cNvPr>
              <p:cNvSpPr/>
              <p:nvPr/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91FBBF95-430B-427C-A6E8-DB899217FC00}"/>
                </a:ext>
              </a:extLst>
            </p:cNvPr>
            <p:cNvGrpSpPr>
              <a:grpSpLocks noChangeAspect="1"/>
            </p:cNvGrpSpPr>
            <p:nvPr/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BEE64698-3ED2-4395-B7FC-65248E437E0A}"/>
                  </a:ext>
                </a:extLst>
              </p:cNvPr>
              <p:cNvSpPr/>
              <p:nvPr/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FE20B1E1-CE09-4C2A-A3FB-DB8026C54E98}"/>
                  </a:ext>
                </a:extLst>
              </p:cNvPr>
              <p:cNvSpPr/>
              <p:nvPr/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CB2405B-A907-48B3-906A-FB3573C0B282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6DC8E2D9-6729-4614-8667-C1016D3182E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CEEBB1-1A1F-4A2C-B805-719CF98F68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0000" y="540000"/>
            <a:ext cx="11090273" cy="3798000"/>
          </a:xfrm>
        </p:spPr>
        <p:txBody>
          <a:bodyPr anchor="b"/>
          <a:lstStyle>
            <a:lvl1pPr algn="l">
              <a:defRPr sz="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6CC87B-ED2D-4303-BD40-E7AF14C03E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0000" y="4508500"/>
            <a:ext cx="7345362" cy="1800224"/>
          </a:xfrm>
        </p:spPr>
        <p:txBody>
          <a:bodyPr/>
          <a:lstStyle>
            <a:lvl1pPr marL="0" indent="0" algn="l">
              <a:buNone/>
              <a:defRPr sz="1600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880B4-5679-491C-963F-EC47B048C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865D6D-3F98-4BE8-A069-B96409902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0CD51D-8E06-4959-88C9-647415079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8610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67416F32-9D98-4340-82E8-E90CE00AD2AC}"/>
              </a:ext>
            </a:extLst>
          </p:cNvPr>
          <p:cNvGrpSpPr/>
          <p:nvPr/>
        </p:nvGrpSpPr>
        <p:grpSpPr>
          <a:xfrm flipV="1">
            <a:off x="0" y="-1"/>
            <a:ext cx="12191999" cy="6861601"/>
            <a:chOff x="0" y="-1"/>
            <a:chExt cx="12191999" cy="6861601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6375AB4-82BB-418F-A50F-6180F68724A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0" y="0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FDD54B2-4A3F-4BFE-8FF0-82CA73F4AE8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50280" y="2148106"/>
              <a:ext cx="4320000" cy="4320000"/>
            </a:xfrm>
            <a:prstGeom prst="ellipse">
              <a:avLst/>
            </a:prstGeom>
            <a:solidFill>
              <a:schemeClr val="accent3">
                <a:alpha val="60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30876F96-77AB-4E72-B1D2-FA45F4E3C04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0" y="0"/>
              <a:ext cx="6347046" cy="6347046"/>
            </a:xfrm>
            <a:prstGeom prst="ellipse">
              <a:avLst/>
            </a:prstGeom>
            <a:solidFill>
              <a:schemeClr val="accent3">
                <a:alpha val="2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dirty="0"/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BB08A2E9-6518-449E-940B-8518A1D850BB}"/>
                </a:ext>
              </a:extLst>
            </p:cNvPr>
            <p:cNvGrpSpPr>
              <a:grpSpLocks noChangeAspect="1"/>
            </p:cNvGrpSpPr>
            <p:nvPr/>
          </p:nvGrpSpPr>
          <p:grpSpPr>
            <a:xfrm rot="10800000">
              <a:off x="0" y="-1"/>
              <a:ext cx="10800000" cy="6858000"/>
              <a:chOff x="2328000" y="0"/>
              <a:chExt cx="2880000" cy="1440000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60A86BE0-76B3-4EA0-BA2D-05266013A814}"/>
                  </a:ext>
                </a:extLst>
              </p:cNvPr>
              <p:cNvSpPr/>
              <p:nvPr/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6BA13564-810C-4398-AA63-67B020811FCB}"/>
                  </a:ext>
                </a:extLst>
              </p:cNvPr>
              <p:cNvSpPr/>
              <p:nvPr/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3555E1EF-6216-47FA-BBCA-7C0C8C2DAB8C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5602286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32" name="Rectangle 31">
            <a:extLst>
              <a:ext uri="{FF2B5EF4-FFF2-40B4-BE49-F238E27FC236}">
                <a16:creationId xmlns:a16="http://schemas.microsoft.com/office/drawing/2014/main" id="{D8D85657-6A77-4466-887F-EE948B9CD2B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D35498-B0C3-40BD-9407-6D0C0587E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2F85E-0893-4D8C-816A-5193CC6DC9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70000">
              <a:defRPr/>
            </a:lvl1pPr>
            <a:lvl2pPr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46A9C-9655-49F5-85B3-A8A37F4F5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EF896C-71D7-487F-A1B9-CBBE6DF4D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8228E8-7B8A-4153-BEB2-BD5A69F25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5144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1E54407D-DBA4-414C-ACA5-30D7B87C652B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BD518BC-8E44-4DAA-A8B9-2CFBD91DCDCD}"/>
                </a:ext>
              </a:extLst>
            </p:cNvPr>
            <p:cNvSpPr/>
            <p:nvPr/>
          </p:nvSpPr>
          <p:spPr>
            <a:xfrm rot="10800000" flipH="1">
              <a:off x="0" y="2019649"/>
              <a:ext cx="4838350" cy="4838350"/>
            </a:xfrm>
            <a:prstGeom prst="rect">
              <a:avLst/>
            </a:prstGeom>
            <a:gradFill flip="none" rotWithShape="1">
              <a:gsLst>
                <a:gs pos="0">
                  <a:schemeClr val="accent1"/>
                </a:gs>
                <a:gs pos="60000">
                  <a:schemeClr val="accent1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967C3660-39CD-431D-8E64-37508FFEAC9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5603875" y="0"/>
              <a:ext cx="6521820" cy="3260910"/>
              <a:chOff x="0" y="0"/>
              <a:chExt cx="2880000" cy="1440000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C4CCE569-E461-438A-A235-B96A542AF82F}"/>
                  </a:ext>
                </a:extLst>
              </p:cNvPr>
              <p:cNvSpPr/>
              <p:nvPr/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73F9DF1F-1F74-476C-AD41-22AC3F8A65A0}"/>
                  </a:ext>
                </a:extLst>
              </p:cNvPr>
              <p:cNvSpPr/>
              <p:nvPr/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BE49ED5-9713-43D1-AE9E-3F9FE5574077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5334000" y="0"/>
              <a:ext cx="6858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alpha val="60000"/>
                  </a:schemeClr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D21A2854-1482-4441-85EA-D7B9F3EF56D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4887" y="2538000"/>
              <a:ext cx="4320000" cy="4320000"/>
            </a:xfrm>
            <a:prstGeom prst="ellipse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FED36A6D-894D-44DA-851C-345A414F3F6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36F1DF-CD42-4695-A7D0-2F5B19305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0000"/>
            <a:ext cx="7345362" cy="5768725"/>
          </a:xfrm>
        </p:spPr>
        <p:txBody>
          <a:bodyPr anchor="t"/>
          <a:lstStyle>
            <a:lvl1pPr>
              <a:defRPr sz="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549160-0F86-4FCA-8718-6980E99C7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75612" y="540000"/>
            <a:ext cx="3565523" cy="5768725"/>
          </a:xfrm>
        </p:spPr>
        <p:txBody>
          <a:bodyPr anchor="t"/>
          <a:lstStyle>
            <a:lvl1pPr marL="0" indent="0">
              <a:buNone/>
              <a:defRPr sz="1800" cap="all" spc="3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5C6CBB-DABA-4F2E-8574-46747E15E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1/29/2026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AF86BC-9ECC-439C-BF2E-F0B7EF193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742552-C4C9-44EE-B7CB-5A652393B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8124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A5774299-531D-4CAC-881D-7EB68BC99FCC}"/>
              </a:ext>
            </a:extLst>
          </p:cNvPr>
          <p:cNvGrpSpPr/>
          <p:nvPr/>
        </p:nvGrpSpPr>
        <p:grpSpPr>
          <a:xfrm>
            <a:off x="0" y="-3"/>
            <a:ext cx="12192000" cy="6858003"/>
            <a:chOff x="0" y="-3"/>
            <a:chExt cx="12192000" cy="6858003"/>
          </a:xfrm>
        </p:grpSpPr>
        <p:sp useBgFill="1">
          <p:nvSpPr>
            <p:cNvPr id="9" name="Rectangle 8">
              <a:extLst>
                <a:ext uri="{FF2B5EF4-FFF2-40B4-BE49-F238E27FC236}">
                  <a16:creationId xmlns:a16="http://schemas.microsoft.com/office/drawing/2014/main" id="{A17676CF-DDCC-48C1-AC68-CDA0B9E47FD8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E052D363-F6F5-455B-A2F2-A12B30CEE52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72000" y="-3"/>
              <a:ext cx="11520000" cy="5760000"/>
              <a:chOff x="5981700" y="-1"/>
              <a:chExt cx="6042660" cy="3021330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D0C396B8-00CA-4AE9-A0A5-B4E2B2A2AC07}"/>
                  </a:ext>
                </a:extLst>
              </p:cNvPr>
              <p:cNvSpPr/>
              <p:nvPr/>
            </p:nvSpPr>
            <p:spPr>
              <a:xfrm>
                <a:off x="9003030" y="-1"/>
                <a:ext cx="3021330" cy="302133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F6660166-3107-4058-A259-59B0527306BD}"/>
                  </a:ext>
                </a:extLst>
              </p:cNvPr>
              <p:cNvSpPr/>
              <p:nvPr/>
            </p:nvSpPr>
            <p:spPr>
              <a:xfrm flipH="1">
                <a:off x="5981700" y="-1"/>
                <a:ext cx="3021330" cy="302133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2BE934E-3063-4D0F-AFDE-68D58D336CBE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5334000" y="0"/>
              <a:ext cx="6858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alpha val="60000"/>
                  </a:schemeClr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39660FA-744A-4CB3-9BED-C59793E3BF3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0" y="2538000"/>
              <a:ext cx="4320000" cy="4320000"/>
            </a:xfrm>
            <a:prstGeom prst="ellipse">
              <a:avLst/>
            </a:prstGeom>
            <a:solidFill>
              <a:schemeClr val="accent3">
                <a:alpha val="4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E313EEC-733B-4019-8A0B-3FA768B8DB7A}"/>
                </a:ext>
              </a:extLst>
            </p:cNvPr>
            <p:cNvGrpSpPr/>
            <p:nvPr/>
          </p:nvGrpSpPr>
          <p:grpSpPr>
            <a:xfrm rot="10800000">
              <a:off x="1" y="2948940"/>
              <a:ext cx="7818118" cy="3909059"/>
              <a:chOff x="0" y="0"/>
              <a:chExt cx="2880000" cy="1440000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421FE91F-780C-4ABD-ADE8-0EFDB7196A10}"/>
                  </a:ext>
                </a:extLst>
              </p:cNvPr>
              <p:cNvSpPr/>
              <p:nvPr/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109EA389-EE78-4475-A390-5EDED23C2D68}"/>
                  </a:ext>
                </a:extLst>
              </p:cNvPr>
              <p:cNvSpPr/>
              <p:nvPr/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E492A94-8867-4C62-9D40-4023C41E0AF8}"/>
                </a:ext>
              </a:extLst>
            </p:cNvPr>
            <p:cNvSpPr>
              <a:spLocks noChangeAspect="1"/>
            </p:cNvSpPr>
            <p:nvPr/>
          </p:nvSpPr>
          <p:spPr>
            <a:xfrm rot="10800000" flipH="1">
              <a:off x="0" y="521786"/>
              <a:ext cx="6336213" cy="6336213"/>
            </a:xfrm>
            <a:prstGeom prst="rect">
              <a:avLst/>
            </a:prstGeom>
            <a:gradFill flip="none" rotWithShape="1">
              <a:gsLst>
                <a:gs pos="0">
                  <a:schemeClr val="accent1"/>
                </a:gs>
                <a:gs pos="60000">
                  <a:schemeClr val="accent1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A3DAD7C5-BA12-4557-8BC4-72C69B0D59D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4412EC-56C0-4009-B2E3-D63F9EECB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39999"/>
            <a:ext cx="11090275" cy="1209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70C84F-F3B7-4BF4-A328-BCF5ADD329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0000" y="1929600"/>
            <a:ext cx="5437186" cy="438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919CD5-DBB4-4749-980D-B5B40ECB67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3950" y="1929600"/>
            <a:ext cx="5437186" cy="438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CFC378-6572-43DF-8344-59DE8122C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967A14-246A-4DDF-865C-68F6E1690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674B6D-E110-478C-94B9-2F8199E58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2147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5130F7E5-A40E-4C9C-8E4F-3935B9182C4A}"/>
              </a:ext>
            </a:extLst>
          </p:cNvPr>
          <p:cNvGrpSpPr/>
          <p:nvPr/>
        </p:nvGrpSpPr>
        <p:grpSpPr>
          <a:xfrm>
            <a:off x="0" y="-2"/>
            <a:ext cx="12191999" cy="6858001"/>
            <a:chOff x="0" y="-2"/>
            <a:chExt cx="12191999" cy="6858001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E67B504-02A7-4203-87D0-07D333D71917}"/>
                </a:ext>
              </a:extLst>
            </p:cNvPr>
            <p:cNvSpPr/>
            <p:nvPr/>
          </p:nvSpPr>
          <p:spPr>
            <a:xfrm>
              <a:off x="7995665" y="2562224"/>
              <a:ext cx="4196334" cy="4295775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alpha val="40000"/>
                  </a:schemeClr>
                </a:gs>
                <a:gs pos="34000">
                  <a:schemeClr val="accent3">
                    <a:alpha val="20000"/>
                  </a:schemeClr>
                </a:gs>
                <a:gs pos="65000">
                  <a:schemeClr val="accent3">
                    <a:alpha val="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DA1158F3-E1C3-400D-8505-628DB94365CE}"/>
                </a:ext>
              </a:extLst>
            </p:cNvPr>
            <p:cNvGrpSpPr/>
            <p:nvPr/>
          </p:nvGrpSpPr>
          <p:grpSpPr>
            <a:xfrm rot="16200000">
              <a:off x="2295528" y="-2295528"/>
              <a:ext cx="6858000" cy="11449051"/>
              <a:chOff x="0" y="2333625"/>
              <a:chExt cx="9515474" cy="3766109"/>
            </a:xfrm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0AEADDCE-3295-4F24-8700-C93B5457C2B7}"/>
                  </a:ext>
                </a:extLst>
              </p:cNvPr>
              <p:cNvSpPr/>
              <p:nvPr/>
            </p:nvSpPr>
            <p:spPr>
              <a:xfrm>
                <a:off x="4757737" y="2333625"/>
                <a:ext cx="4757737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1F95C76A-5429-458C-BC9D-E1053EF7B84F}"/>
                  </a:ext>
                </a:extLst>
              </p:cNvPr>
              <p:cNvSpPr/>
              <p:nvPr/>
            </p:nvSpPr>
            <p:spPr>
              <a:xfrm flipH="1">
                <a:off x="0" y="2333625"/>
                <a:ext cx="4757737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3D0E8A42-259A-43FA-B284-B459D7364097}"/>
                </a:ext>
              </a:extLst>
            </p:cNvPr>
            <p:cNvGrpSpPr>
              <a:grpSpLocks noChangeAspect="1"/>
            </p:cNvGrpSpPr>
            <p:nvPr/>
          </p:nvGrpSpPr>
          <p:grpSpPr>
            <a:xfrm rot="5400000">
              <a:off x="3583369" y="-3583369"/>
              <a:ext cx="4713262" cy="11880000"/>
              <a:chOff x="1" y="0"/>
              <a:chExt cx="8305797" cy="6858000"/>
            </a:xfrm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7900B4F1-619C-4C0E-B749-1843F22C946A}"/>
                  </a:ext>
                </a:extLst>
              </p:cNvPr>
              <p:cNvSpPr/>
              <p:nvPr/>
            </p:nvSpPr>
            <p:spPr>
              <a:xfrm>
                <a:off x="931" y="3429000"/>
                <a:ext cx="8304867" cy="3429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3">
                      <a:alpha val="60000"/>
                    </a:schemeClr>
                  </a:gs>
                  <a:gs pos="63000">
                    <a:schemeClr val="accent3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6E6F70BB-DCCC-4CF0-B5BB-95A965A99947}"/>
                  </a:ext>
                </a:extLst>
              </p:cNvPr>
              <p:cNvSpPr/>
              <p:nvPr/>
            </p:nvSpPr>
            <p:spPr>
              <a:xfrm flipV="1">
                <a:off x="1" y="0"/>
                <a:ext cx="8304867" cy="3429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3">
                      <a:alpha val="60000"/>
                    </a:schemeClr>
                  </a:gs>
                  <a:gs pos="63000">
                    <a:schemeClr val="accent3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83E6C50C-C1DA-44E1-B254-3B7228879DCD}"/>
                </a:ext>
              </a:extLst>
            </p:cNvPr>
            <p:cNvGrpSpPr/>
            <p:nvPr/>
          </p:nvGrpSpPr>
          <p:grpSpPr>
            <a:xfrm>
              <a:off x="2676525" y="0"/>
              <a:ext cx="9515473" cy="3766109"/>
              <a:chOff x="2333625" y="2433367"/>
              <a:chExt cx="9897159" cy="3766109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DFC6EEED-A40A-4D1C-BE6B-11DD62770607}"/>
                  </a:ext>
                </a:extLst>
              </p:cNvPr>
              <p:cNvSpPr/>
              <p:nvPr/>
            </p:nvSpPr>
            <p:spPr>
              <a:xfrm>
                <a:off x="7282205" y="2433367"/>
                <a:ext cx="4948579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527FF3FB-FDFC-4659-A7D6-ABED74010E82}"/>
                  </a:ext>
                </a:extLst>
              </p:cNvPr>
              <p:cNvSpPr/>
              <p:nvPr/>
            </p:nvSpPr>
            <p:spPr>
              <a:xfrm flipH="1">
                <a:off x="2333625" y="2433367"/>
                <a:ext cx="4948579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51548ED5-6668-4672-88DC-40E92508ACA2}"/>
                </a:ext>
              </a:extLst>
            </p:cNvPr>
            <p:cNvGrpSpPr/>
            <p:nvPr/>
          </p:nvGrpSpPr>
          <p:grpSpPr>
            <a:xfrm>
              <a:off x="0" y="0"/>
              <a:ext cx="9515473" cy="3766109"/>
              <a:chOff x="0" y="2333625"/>
              <a:chExt cx="9515473" cy="3766109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75AE1B2-E73F-4E6E-AAFB-FB1C02684D32}"/>
                  </a:ext>
                </a:extLst>
              </p:cNvPr>
              <p:cNvSpPr/>
              <p:nvPr/>
            </p:nvSpPr>
            <p:spPr>
              <a:xfrm>
                <a:off x="4757737" y="2333625"/>
                <a:ext cx="4757736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D750F2D6-C0E1-4AFE-AB87-083292737609}"/>
                  </a:ext>
                </a:extLst>
              </p:cNvPr>
              <p:cNvSpPr/>
              <p:nvPr/>
            </p:nvSpPr>
            <p:spPr>
              <a:xfrm flipH="1">
                <a:off x="0" y="2333625"/>
                <a:ext cx="4757736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4ECC0D66-F2BE-4BF4-87F6-CE618B5C891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0BCA11-08C2-4C9A-B0A3-31C9051CD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39999"/>
            <a:ext cx="11090273" cy="1210396"/>
          </a:xfrm>
        </p:spPr>
        <p:txBody>
          <a:bodyPr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62CEB0-C969-40EA-A5E2-8D875E28A6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0000" y="1929783"/>
            <a:ext cx="5448052" cy="792161"/>
          </a:xfrm>
        </p:spPr>
        <p:txBody>
          <a:bodyPr anchor="b"/>
          <a:lstStyle>
            <a:lvl1pPr marL="0" indent="0">
              <a:buNone/>
              <a:defRPr sz="16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0F41A6-112E-4305-A0BA-6E119A77AC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0000" y="2937844"/>
            <a:ext cx="5437186" cy="33765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C672C5-31B9-443B-8DEE-5523646891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03949" y="1929782"/>
            <a:ext cx="5437187" cy="792000"/>
          </a:xfrm>
        </p:spPr>
        <p:txBody>
          <a:bodyPr anchor="b"/>
          <a:lstStyle>
            <a:lvl1pPr marL="0" indent="0">
              <a:buNone/>
              <a:defRPr sz="1600" b="0" i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D18B9D-8B21-4249-A3AD-8FBE48F0F5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03950" y="2937844"/>
            <a:ext cx="5437186" cy="33765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B60881-13B2-4064-84FB-6D071F36C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9FCE5D-D5EF-485D-97FA-2614FF964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F204FC-4F66-417C-8E4B-74772ED05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626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9521FD20-B9D4-4FD1-9AAD-F4157555AD62}"/>
              </a:ext>
            </a:extLst>
          </p:cNvPr>
          <p:cNvGrpSpPr/>
          <p:nvPr/>
        </p:nvGrpSpPr>
        <p:grpSpPr>
          <a:xfrm rot="10800000">
            <a:off x="1392000" y="0"/>
            <a:ext cx="10800000" cy="6858000"/>
            <a:chOff x="0" y="0"/>
            <a:chExt cx="10800000" cy="6858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7477A35-8424-45D6-A66E-8ACFA6C405B5}"/>
                </a:ext>
              </a:extLst>
            </p:cNvPr>
            <p:cNvSpPr/>
            <p:nvPr/>
          </p:nvSpPr>
          <p:spPr>
            <a:xfrm>
              <a:off x="540000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BFBA1CE-E9AC-40C0-A7F9-E5671F5FEF9C}"/>
                </a:ext>
              </a:extLst>
            </p:cNvPr>
            <p:cNvSpPr/>
            <p:nvPr/>
          </p:nvSpPr>
          <p:spPr>
            <a:xfrm flipH="1">
              <a:off x="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0C2729A-59F8-46A4-9AAA-7665E5966E2D}"/>
              </a:ext>
            </a:extLst>
          </p:cNvPr>
          <p:cNvGrpSpPr>
            <a:grpSpLocks noChangeAspect="1"/>
          </p:cNvGrpSpPr>
          <p:nvPr/>
        </p:nvGrpSpPr>
        <p:grpSpPr>
          <a:xfrm rot="16200000" flipH="1">
            <a:off x="-1714500" y="1714500"/>
            <a:ext cx="6858000" cy="3429000"/>
            <a:chOff x="0" y="0"/>
            <a:chExt cx="2880000" cy="14400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3EBBB96-590D-4704-87AD-A00AE2424DE8}"/>
                </a:ext>
              </a:extLst>
            </p:cNvPr>
            <p:cNvSpPr/>
            <p:nvPr/>
          </p:nvSpPr>
          <p:spPr>
            <a:xfrm>
              <a:off x="144000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89BAB7D-5298-40B9-910B-136D0C6A9934}"/>
                </a:ext>
              </a:extLst>
            </p:cNvPr>
            <p:cNvSpPr/>
            <p:nvPr/>
          </p:nvSpPr>
          <p:spPr>
            <a:xfrm flipH="1">
              <a:off x="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F323EA00-E168-4864-883B-358A7CDF9153}"/>
              </a:ext>
            </a:extLst>
          </p:cNvPr>
          <p:cNvSpPr>
            <a:spLocks noChangeAspect="1"/>
          </p:cNvSpPr>
          <p:nvPr/>
        </p:nvSpPr>
        <p:spPr>
          <a:xfrm rot="10800000">
            <a:off x="5602287" y="268286"/>
            <a:ext cx="6589713" cy="6589713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A4F2DFA-2F27-43FB-B08C-0787FA44B0D1}"/>
              </a:ext>
            </a:extLst>
          </p:cNvPr>
          <p:cNvSpPr>
            <a:spLocks noChangeAspect="1"/>
          </p:cNvSpPr>
          <p:nvPr/>
        </p:nvSpPr>
        <p:spPr>
          <a:xfrm>
            <a:off x="0" y="0"/>
            <a:ext cx="6589713" cy="6589713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60000"/>
                </a:schemeClr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D750354-CD8D-4A3B-A7AC-04622BCB049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3ED3C6-DA43-4D1C-9056-407A4FB1C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6"/>
            <a:ext cx="11090275" cy="5759450"/>
          </a:xfrm>
        </p:spPr>
        <p:txBody>
          <a:bodyPr/>
          <a:lstStyle>
            <a:lvl1pPr>
              <a:defRPr sz="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0CEB41-E921-45ED-951A-861E31E01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6B422D-769C-4E63-8763-ABBB88500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8FB6F-2D68-40C0-B628-142011F34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8010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5ED88E92-14F3-4B58-9E48-1D79E139A89E}"/>
              </a:ext>
            </a:extLst>
          </p:cNvPr>
          <p:cNvGrpSpPr/>
          <p:nvPr/>
        </p:nvGrpSpPr>
        <p:grpSpPr>
          <a:xfrm>
            <a:off x="0" y="0"/>
            <a:ext cx="12191999" cy="6861600"/>
            <a:chOff x="1" y="0"/>
            <a:chExt cx="12191999" cy="68616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6466AE7-32B6-4334-AF41-B9387E6726C5}"/>
                </a:ext>
              </a:extLst>
            </p:cNvPr>
            <p:cNvSpPr>
              <a:spLocks noChangeAspect="1"/>
            </p:cNvSpPr>
            <p:nvPr/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659C09F8-90CD-443F-9AA1-D08C56A605B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DC7304AB-BE7D-45AC-A876-4A24543AE5B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8E11922B-DDB3-46D7-B1BD-C1CCDB3C42E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C580F8F6-E662-4BCD-AC9C-7E5DDBD5A773}"/>
                  </a:ext>
                </a:extLst>
              </p:cNvPr>
              <p:cNvSpPr/>
              <p:nvPr/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9A333FE5-ADB0-48EE-A1A6-9AA36DA343A2}"/>
                  </a:ext>
                </a:extLst>
              </p:cNvPr>
              <p:cNvSpPr/>
              <p:nvPr/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0B09CD4F-6DF4-48AA-BD35-23E3F2A643F7}"/>
                </a:ext>
              </a:extLst>
            </p:cNvPr>
            <p:cNvGrpSpPr>
              <a:grpSpLocks noChangeAspect="1"/>
            </p:cNvGrpSpPr>
            <p:nvPr/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02223219-ACCC-42F2-A1B4-E3C8C8AB12A4}"/>
                  </a:ext>
                </a:extLst>
              </p:cNvPr>
              <p:cNvSpPr/>
              <p:nvPr/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1510B0E9-9BA0-4357-9E04-554C19BAAC89}"/>
                  </a:ext>
                </a:extLst>
              </p:cNvPr>
              <p:cNvSpPr/>
              <p:nvPr/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F06DA80-525A-4C9E-A441-50630AA772A4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E841E027-8E53-4FEB-8605-2124D85731C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D871A2-AE80-4408-AA95-DC60D132E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D122A1-7B97-4979-B319-1CE0A4A49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209A76-7DCD-477A-A6BA-EEA63FF94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8016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D5C0F5C-A529-490C-8941-78F10C6A00D3}"/>
              </a:ext>
            </a:extLst>
          </p:cNvPr>
          <p:cNvGrpSpPr/>
          <p:nvPr/>
        </p:nvGrpSpPr>
        <p:grpSpPr>
          <a:xfrm flipH="1">
            <a:off x="0" y="0"/>
            <a:ext cx="12191999" cy="6858001"/>
            <a:chOff x="0" y="-2"/>
            <a:chExt cx="12191999" cy="6858001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4A8D739-B942-4545-9459-A6CAF0444D1F}"/>
                </a:ext>
              </a:extLst>
            </p:cNvPr>
            <p:cNvSpPr/>
            <p:nvPr/>
          </p:nvSpPr>
          <p:spPr>
            <a:xfrm>
              <a:off x="7995665" y="2562224"/>
              <a:ext cx="4196334" cy="4295775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alpha val="40000"/>
                  </a:schemeClr>
                </a:gs>
                <a:gs pos="34000">
                  <a:schemeClr val="accent3">
                    <a:alpha val="20000"/>
                  </a:schemeClr>
                </a:gs>
                <a:gs pos="65000">
                  <a:schemeClr val="accent3">
                    <a:alpha val="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4BB38CCA-110B-4404-9363-BFFA76C096D2}"/>
                </a:ext>
              </a:extLst>
            </p:cNvPr>
            <p:cNvGrpSpPr/>
            <p:nvPr/>
          </p:nvGrpSpPr>
          <p:grpSpPr>
            <a:xfrm rot="16200000">
              <a:off x="2295528" y="-2295528"/>
              <a:ext cx="6858000" cy="11449051"/>
              <a:chOff x="0" y="2333625"/>
              <a:chExt cx="9515474" cy="3766109"/>
            </a:xfrm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223FE99-C58F-4A56-8F8E-2942FF74E4BD}"/>
                  </a:ext>
                </a:extLst>
              </p:cNvPr>
              <p:cNvSpPr/>
              <p:nvPr/>
            </p:nvSpPr>
            <p:spPr>
              <a:xfrm>
                <a:off x="4757737" y="2333625"/>
                <a:ext cx="4757737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DBBD4511-8AB6-4BD3-8410-7FB3EC8D42B2}"/>
                  </a:ext>
                </a:extLst>
              </p:cNvPr>
              <p:cNvSpPr/>
              <p:nvPr/>
            </p:nvSpPr>
            <p:spPr>
              <a:xfrm flipH="1">
                <a:off x="0" y="2333625"/>
                <a:ext cx="4757737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A8CA067-2248-4BD3-B56E-2C014AEB2273}"/>
                </a:ext>
              </a:extLst>
            </p:cNvPr>
            <p:cNvGrpSpPr>
              <a:grpSpLocks noChangeAspect="1"/>
            </p:cNvGrpSpPr>
            <p:nvPr/>
          </p:nvGrpSpPr>
          <p:grpSpPr>
            <a:xfrm rot="5400000">
              <a:off x="3583369" y="-3583369"/>
              <a:ext cx="4713262" cy="11880000"/>
              <a:chOff x="1" y="0"/>
              <a:chExt cx="8305797" cy="6858000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8C017B9B-2727-4255-8F80-9D4C2A5AE297}"/>
                  </a:ext>
                </a:extLst>
              </p:cNvPr>
              <p:cNvSpPr/>
              <p:nvPr/>
            </p:nvSpPr>
            <p:spPr>
              <a:xfrm>
                <a:off x="931" y="3429000"/>
                <a:ext cx="8304867" cy="3429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3">
                      <a:alpha val="60000"/>
                    </a:schemeClr>
                  </a:gs>
                  <a:gs pos="63000">
                    <a:schemeClr val="accent3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693C5F16-BC47-4707-B6B7-DC5262ACDC51}"/>
                  </a:ext>
                </a:extLst>
              </p:cNvPr>
              <p:cNvSpPr/>
              <p:nvPr/>
            </p:nvSpPr>
            <p:spPr>
              <a:xfrm flipV="1">
                <a:off x="1" y="0"/>
                <a:ext cx="8304867" cy="3429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3">
                      <a:alpha val="60000"/>
                    </a:schemeClr>
                  </a:gs>
                  <a:gs pos="63000">
                    <a:schemeClr val="accent3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2E88FE13-0734-4BB3-B4D1-7C53A194DA84}"/>
                </a:ext>
              </a:extLst>
            </p:cNvPr>
            <p:cNvGrpSpPr/>
            <p:nvPr/>
          </p:nvGrpSpPr>
          <p:grpSpPr>
            <a:xfrm>
              <a:off x="2676525" y="0"/>
              <a:ext cx="9515473" cy="3766109"/>
              <a:chOff x="2333625" y="2433367"/>
              <a:chExt cx="9897159" cy="3766109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5C9B7EF7-1EDF-4AC7-8E40-C2801783AC85}"/>
                  </a:ext>
                </a:extLst>
              </p:cNvPr>
              <p:cNvSpPr/>
              <p:nvPr/>
            </p:nvSpPr>
            <p:spPr>
              <a:xfrm>
                <a:off x="7282205" y="2433367"/>
                <a:ext cx="4948579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25CA0A0-9A3F-498E-983D-B3285EF5AD9A}"/>
                  </a:ext>
                </a:extLst>
              </p:cNvPr>
              <p:cNvSpPr/>
              <p:nvPr/>
            </p:nvSpPr>
            <p:spPr>
              <a:xfrm flipH="1">
                <a:off x="2333625" y="2433367"/>
                <a:ext cx="4948579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5171814-E4F0-44B5-BC3F-588512210991}"/>
                </a:ext>
              </a:extLst>
            </p:cNvPr>
            <p:cNvGrpSpPr/>
            <p:nvPr/>
          </p:nvGrpSpPr>
          <p:grpSpPr>
            <a:xfrm>
              <a:off x="0" y="0"/>
              <a:ext cx="9515473" cy="3766109"/>
              <a:chOff x="0" y="2333625"/>
              <a:chExt cx="9515473" cy="3766109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8E666ACD-EB1C-4732-971B-C3B26061DB82}"/>
                  </a:ext>
                </a:extLst>
              </p:cNvPr>
              <p:cNvSpPr/>
              <p:nvPr/>
            </p:nvSpPr>
            <p:spPr>
              <a:xfrm>
                <a:off x="4757737" y="2333625"/>
                <a:ext cx="4757736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2A4E213B-7F96-44C1-90B3-B72E9387BF73}"/>
                  </a:ext>
                </a:extLst>
              </p:cNvPr>
              <p:cNvSpPr/>
              <p:nvPr/>
            </p:nvSpPr>
            <p:spPr>
              <a:xfrm flipH="1">
                <a:off x="0" y="2333625"/>
                <a:ext cx="4757736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BFE392AA-35E5-40E5-9309-284A0C54106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A8188C-9713-46E1-AA5C-C84FE515F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540000"/>
            <a:ext cx="4511425" cy="2771774"/>
          </a:xfrm>
        </p:spPr>
        <p:txBody>
          <a:bodyPr anchor="t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E192CC-893A-4A84-A7E9-F389D83F0B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2400" y="540000"/>
            <a:ext cx="6408736" cy="5759450"/>
          </a:xfrm>
        </p:spPr>
        <p:txBody>
          <a:bodyPr/>
          <a:lstStyle>
            <a:lvl1pPr>
              <a:defRPr sz="3200"/>
            </a:lvl1pPr>
            <a:lvl2pPr>
              <a:defRPr sz="24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CC7765-7D44-43DD-A1DF-419D3E1C62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0000" y="3536950"/>
            <a:ext cx="4511426" cy="2771775"/>
          </a:xfrm>
        </p:spPr>
        <p:txBody>
          <a:bodyPr/>
          <a:lstStyle>
            <a:lvl1pPr marL="0" indent="0">
              <a:buNone/>
              <a:defRPr sz="1600" cap="all" spc="30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D36875-AFB0-4905-8C9E-A72B4F597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437ABF-7E70-4E45-A67B-C503BF182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8016CA-2983-47BF-BA09-2130A40C8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3854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D97E00A2-2906-4C97-9D1F-C789D3ADD373}"/>
              </a:ext>
            </a:extLst>
          </p:cNvPr>
          <p:cNvGrpSpPr/>
          <p:nvPr/>
        </p:nvGrpSpPr>
        <p:grpSpPr>
          <a:xfrm rot="10800000">
            <a:off x="1392000" y="0"/>
            <a:ext cx="10800000" cy="6858000"/>
            <a:chOff x="0" y="0"/>
            <a:chExt cx="10800000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9CE8EF9-87D6-47FD-B7D3-2D48D8E48AC3}"/>
                </a:ext>
              </a:extLst>
            </p:cNvPr>
            <p:cNvSpPr/>
            <p:nvPr/>
          </p:nvSpPr>
          <p:spPr>
            <a:xfrm>
              <a:off x="540000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784998E-9D37-4D0D-889A-C67531E5295C}"/>
                </a:ext>
              </a:extLst>
            </p:cNvPr>
            <p:cNvSpPr/>
            <p:nvPr/>
          </p:nvSpPr>
          <p:spPr>
            <a:xfrm flipH="1">
              <a:off x="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B575B0B-C502-438E-967C-64D268031426}"/>
              </a:ext>
            </a:extLst>
          </p:cNvPr>
          <p:cNvGrpSpPr>
            <a:grpSpLocks noChangeAspect="1"/>
          </p:cNvGrpSpPr>
          <p:nvPr/>
        </p:nvGrpSpPr>
        <p:grpSpPr>
          <a:xfrm rot="16200000" flipH="1">
            <a:off x="-1714500" y="1714500"/>
            <a:ext cx="6858000" cy="3429000"/>
            <a:chOff x="0" y="0"/>
            <a:chExt cx="2880000" cy="1440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FC29931-00EB-4F74-BE4C-172A4C282A26}"/>
                </a:ext>
              </a:extLst>
            </p:cNvPr>
            <p:cNvSpPr/>
            <p:nvPr/>
          </p:nvSpPr>
          <p:spPr>
            <a:xfrm>
              <a:off x="144000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89B4C87-FDD3-406D-BE06-3ABF69905E03}"/>
                </a:ext>
              </a:extLst>
            </p:cNvPr>
            <p:cNvSpPr/>
            <p:nvPr/>
          </p:nvSpPr>
          <p:spPr>
            <a:xfrm flipH="1">
              <a:off x="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FD817A89-A0E1-4190-90AE-0571E6CE8FC6}"/>
              </a:ext>
            </a:extLst>
          </p:cNvPr>
          <p:cNvSpPr>
            <a:spLocks noChangeAspect="1"/>
          </p:cNvSpPr>
          <p:nvPr/>
        </p:nvSpPr>
        <p:spPr>
          <a:xfrm rot="10800000">
            <a:off x="5602287" y="268286"/>
            <a:ext cx="6589713" cy="6589713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FD20388-C666-4992-920D-5F034214950C}"/>
              </a:ext>
            </a:extLst>
          </p:cNvPr>
          <p:cNvSpPr>
            <a:spLocks noChangeAspect="1"/>
          </p:cNvSpPr>
          <p:nvPr/>
        </p:nvSpPr>
        <p:spPr>
          <a:xfrm>
            <a:off x="0" y="0"/>
            <a:ext cx="6589713" cy="6589713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60000"/>
                </a:schemeClr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CAB0CC3-A07E-43B8-9B34-0A67C1806D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1800A6-9706-4B81-B957-C950A5F77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540000"/>
            <a:ext cx="4511425" cy="2771774"/>
          </a:xfrm>
        </p:spPr>
        <p:txBody>
          <a:bodyPr anchor="t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17652B-AA0D-4574-AF1D-7F7442D84B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32400" y="549275"/>
            <a:ext cx="6408736" cy="57594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A19547-D24B-4BD1-8C26-318450B171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9999" y="3536950"/>
            <a:ext cx="4511425" cy="2771774"/>
          </a:xfrm>
        </p:spPr>
        <p:txBody>
          <a:bodyPr/>
          <a:lstStyle>
            <a:lvl1pPr marL="0" indent="0">
              <a:buNone/>
              <a:defRPr sz="1600" cap="all" spc="30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3A22E6-7E01-4547-8555-B2C197543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0F6BEC-98F3-43FE-BA9B-B046D8917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2FAF54-57F0-46F9-A1BA-B554E1401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7194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C461672-F18A-4768-9850-0531FD3720BA}"/>
              </a:ext>
            </a:extLst>
          </p:cNvPr>
          <p:cNvGrpSpPr/>
          <p:nvPr/>
        </p:nvGrpSpPr>
        <p:grpSpPr>
          <a:xfrm rot="10800000">
            <a:off x="5921828" y="2876440"/>
            <a:ext cx="6270171" cy="3981559"/>
            <a:chOff x="0" y="0"/>
            <a:chExt cx="10800000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FA73898-D78C-45F9-AFC1-2AB16F6725C2}"/>
                </a:ext>
              </a:extLst>
            </p:cNvPr>
            <p:cNvSpPr/>
            <p:nvPr/>
          </p:nvSpPr>
          <p:spPr>
            <a:xfrm>
              <a:off x="540000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FC423E3-700B-43D6-A2CB-F3C871632C20}"/>
                </a:ext>
              </a:extLst>
            </p:cNvPr>
            <p:cNvSpPr/>
            <p:nvPr/>
          </p:nvSpPr>
          <p:spPr>
            <a:xfrm flipH="1">
              <a:off x="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82F05B2A-1EC7-4131-B899-C7ECB9A502EB}"/>
              </a:ext>
            </a:extLst>
          </p:cNvPr>
          <p:cNvGrpSpPr>
            <a:grpSpLocks noChangeAspect="1"/>
          </p:cNvGrpSpPr>
          <p:nvPr/>
        </p:nvGrpSpPr>
        <p:grpSpPr>
          <a:xfrm flipH="1">
            <a:off x="0" y="-1"/>
            <a:ext cx="9361714" cy="4680857"/>
            <a:chOff x="0" y="0"/>
            <a:chExt cx="2880000" cy="1440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7711D4C-4FFE-4151-B53D-60890F0F5827}"/>
                </a:ext>
              </a:extLst>
            </p:cNvPr>
            <p:cNvSpPr/>
            <p:nvPr/>
          </p:nvSpPr>
          <p:spPr>
            <a:xfrm>
              <a:off x="144000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69D6393-413D-4151-BC2C-43161BE4A799}"/>
                </a:ext>
              </a:extLst>
            </p:cNvPr>
            <p:cNvSpPr/>
            <p:nvPr/>
          </p:nvSpPr>
          <p:spPr>
            <a:xfrm flipH="1">
              <a:off x="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A96370B9-6459-4B05-9A8B-A9E7FA8966CD}"/>
              </a:ext>
            </a:extLst>
          </p:cNvPr>
          <p:cNvSpPr>
            <a:spLocks noChangeAspect="1"/>
          </p:cNvSpPr>
          <p:nvPr/>
        </p:nvSpPr>
        <p:spPr>
          <a:xfrm rot="10800000">
            <a:off x="8430794" y="3096793"/>
            <a:ext cx="3761205" cy="3761205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40000"/>
                </a:schemeClr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A3AC0C6-74C3-4E55-AA42-A9F1A4B1B210}"/>
              </a:ext>
            </a:extLst>
          </p:cNvPr>
          <p:cNvSpPr>
            <a:spLocks noChangeAspect="1"/>
          </p:cNvSpPr>
          <p:nvPr/>
        </p:nvSpPr>
        <p:spPr>
          <a:xfrm>
            <a:off x="0" y="0"/>
            <a:ext cx="6589713" cy="6589713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60000"/>
                </a:schemeClr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32C27A4-86D3-4C83-8022-E37A8672A99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F1FF59-E1BE-4475-953B-5BF6FBC10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0000"/>
            <a:ext cx="11090273" cy="18002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F1F045-44C5-4165-A640-4E4D33A595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40000" y="2528887"/>
            <a:ext cx="11090276" cy="37798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17047A-D05B-44E9-A240-BDB881C42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DCB2E8-A68D-478D-A728-C9612848C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7E4F1D-3280-4DB5-B2E0-DA7F10717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399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3C627D45-FE54-49FF-A37F-6206993AEFD8}"/>
              </a:ext>
            </a:extLst>
          </p:cNvPr>
          <p:cNvGrpSpPr/>
          <p:nvPr/>
        </p:nvGrpSpPr>
        <p:grpSpPr>
          <a:xfrm>
            <a:off x="0" y="-3"/>
            <a:ext cx="12192000" cy="6858003"/>
            <a:chOff x="0" y="-3"/>
            <a:chExt cx="12192000" cy="6858003"/>
          </a:xfrm>
        </p:grpSpPr>
        <p:sp useBgFill="1">
          <p:nvSpPr>
            <p:cNvPr id="8" name="Rectangle 7">
              <a:extLst>
                <a:ext uri="{FF2B5EF4-FFF2-40B4-BE49-F238E27FC236}">
                  <a16:creationId xmlns:a16="http://schemas.microsoft.com/office/drawing/2014/main" id="{879CEFA6-CCA5-4FEF-B53D-E74B1E67E9C7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ACFCD768-2100-4B20-87EF-9F92EFBD8FA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72000" y="-3"/>
              <a:ext cx="11520000" cy="5760000"/>
              <a:chOff x="5981700" y="-1"/>
              <a:chExt cx="6042660" cy="3021330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E0D1B599-DFF1-4E00-9EAE-EE32BD7B4860}"/>
                  </a:ext>
                </a:extLst>
              </p:cNvPr>
              <p:cNvSpPr/>
              <p:nvPr/>
            </p:nvSpPr>
            <p:spPr>
              <a:xfrm>
                <a:off x="9003030" y="-1"/>
                <a:ext cx="3021330" cy="302133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A0FCF7F6-290B-4DE7-BA60-863CBF95C2AF}"/>
                  </a:ext>
                </a:extLst>
              </p:cNvPr>
              <p:cNvSpPr/>
              <p:nvPr/>
            </p:nvSpPr>
            <p:spPr>
              <a:xfrm flipH="1">
                <a:off x="5981700" y="-1"/>
                <a:ext cx="3021330" cy="302133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59358AB-E1C9-402B-9F3F-28B4F50DAC6F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5334000" y="0"/>
              <a:ext cx="6858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alpha val="60000"/>
                  </a:schemeClr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78C24EC-8C5D-4A7E-9D57-C752E0DC948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0" y="2538000"/>
              <a:ext cx="4320000" cy="4320000"/>
            </a:xfrm>
            <a:prstGeom prst="ellipse">
              <a:avLst/>
            </a:prstGeom>
            <a:solidFill>
              <a:schemeClr val="accent3">
                <a:alpha val="4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E6C0B30A-4855-4424-B3A8-AC110CA8356F}"/>
                </a:ext>
              </a:extLst>
            </p:cNvPr>
            <p:cNvGrpSpPr/>
            <p:nvPr/>
          </p:nvGrpSpPr>
          <p:grpSpPr>
            <a:xfrm rot="10800000">
              <a:off x="1" y="2948940"/>
              <a:ext cx="7818118" cy="3909059"/>
              <a:chOff x="0" y="0"/>
              <a:chExt cx="2880000" cy="1440000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DC119EB9-1A9A-45A4-AE16-9968A70C5C35}"/>
                  </a:ext>
                </a:extLst>
              </p:cNvPr>
              <p:cNvSpPr/>
              <p:nvPr/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CA5B7B85-4DC3-4343-B734-4852DD5DF033}"/>
                  </a:ext>
                </a:extLst>
              </p:cNvPr>
              <p:cNvSpPr/>
              <p:nvPr/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3F3733E-DBA5-4A25-9315-B7A1A5E7A1FF}"/>
                </a:ext>
              </a:extLst>
            </p:cNvPr>
            <p:cNvSpPr>
              <a:spLocks noChangeAspect="1"/>
            </p:cNvSpPr>
            <p:nvPr/>
          </p:nvSpPr>
          <p:spPr>
            <a:xfrm rot="10800000" flipH="1">
              <a:off x="0" y="521786"/>
              <a:ext cx="6336213" cy="6336213"/>
            </a:xfrm>
            <a:prstGeom prst="rect">
              <a:avLst/>
            </a:prstGeom>
            <a:gradFill flip="none" rotWithShape="1">
              <a:gsLst>
                <a:gs pos="0">
                  <a:schemeClr val="accent1"/>
                </a:gs>
                <a:gs pos="60000">
                  <a:schemeClr val="accent1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AAB30D07-BE85-45CD-8055-8C57B00E295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7FFCCA-9DBF-4E0A-BDC6-F7B8F39BD7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012238" y="539999"/>
            <a:ext cx="2628900" cy="576872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1F1B23-21CD-4A3B-938B-5502019A13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50863" y="539999"/>
            <a:ext cx="8245475" cy="576872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99C884-5A98-4C01-BB89-098AC6966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F54D22-9CD7-4FC6-9444-21948246C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AECC14-D66C-401A-A0C9-DFCA5533A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3628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749C77-AA3A-4DA0-9E20-32FCD2B8B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0000"/>
            <a:ext cx="11101135" cy="18095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8DC81A-9B5E-4A92-AA7B-3D750F95F4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0000" y="2528887"/>
            <a:ext cx="11101136" cy="37798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4B8083-48FB-4D6A-B77A-262FE3E23D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0000" y="6314400"/>
            <a:ext cx="73507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spc="100" baseline="0">
                <a:solidFill>
                  <a:schemeClr val="tx1"/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EDA5BD-F7C8-4883-81D1-EF1F6F00EF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075613" y="6314400"/>
            <a:ext cx="26234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none" spc="100" baseline="0">
                <a:solidFill>
                  <a:schemeClr val="tx1"/>
                </a:solidFill>
              </a:defRPr>
            </a:lvl1pPr>
          </a:lstStyle>
          <a:p>
            <a:pPr algn="r"/>
            <a:fld id="{7CF0BCE0-945C-4FDF-95A1-2149B1FF5B83}" type="datetimeFigureOut">
              <a:rPr lang="en-US" smtClean="0"/>
              <a:pPr algn="r"/>
              <a:t>1/29/2026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48FEDB-2614-400B-9C19-0F4D448D98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83899" y="6314400"/>
            <a:ext cx="7572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100" baseline="0">
                <a:solidFill>
                  <a:schemeClr val="tx1"/>
                </a:solidFill>
              </a:defRPr>
            </a:lvl1pPr>
          </a:lstStyle>
          <a:p>
            <a:fld id="{4CD77608-3819-479B-BB98-C216BA724EFE}" type="slidenum">
              <a:rPr lang="en-US" smtClean="0"/>
              <a:pPr/>
              <a:t>‹nr.›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48824660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37" r:id="rId5"/>
    <p:sldLayoutId id="2147483742" r:id="rId6"/>
    <p:sldLayoutId id="2147483738" r:id="rId7"/>
    <p:sldLayoutId id="2147483739" r:id="rId8"/>
    <p:sldLayoutId id="2147483740" r:id="rId9"/>
    <p:sldLayoutId id="2147483741" r:id="rId10"/>
    <p:sldLayoutId id="214748374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0000" indent="-270000" algn="l" defTabSz="914400" rtl="0" eaLnBrk="1" latinLnBrk="0" hangingPunct="1">
        <a:lnSpc>
          <a:spcPct val="125000"/>
        </a:lnSpc>
        <a:spcBef>
          <a:spcPts val="1000"/>
        </a:spcBef>
        <a:buFont typeface="Arial" panose="020B0604020202020204" pitchFamily="34" charset="0"/>
        <a:buChar char="•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1pPr>
      <a:lvl2pPr marL="720000" indent="-2700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2pPr>
      <a:lvl3pPr marL="1080000" indent="-2700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3pPr>
      <a:lvl4pPr marL="1440000" indent="-2700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4pPr>
      <a:lvl5pPr marL="1800000" indent="-2700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ilabs.com/software-and-tools/8-bit-8051-microcontroller-software-studio?tab=downloads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8">
            <a:extLst>
              <a:ext uri="{FF2B5EF4-FFF2-40B4-BE49-F238E27FC236}">
                <a16:creationId xmlns:a16="http://schemas.microsoft.com/office/drawing/2014/main" id="{EB9B5A19-3592-48E2-BC31-90E092BD6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10">
            <a:extLst>
              <a:ext uri="{FF2B5EF4-FFF2-40B4-BE49-F238E27FC236}">
                <a16:creationId xmlns:a16="http://schemas.microsoft.com/office/drawing/2014/main" id="{E2548C40-4C00-4E91-BFA6-84B4D66225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1999" cy="6861600"/>
            <a:chOff x="1" y="0"/>
            <a:chExt cx="12191999" cy="68616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6EE6BCA-C84E-4BED-B084-F599F7EE68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24695526-4BAA-4EFE-91C1-1E446117C0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0DF9B86-7987-40DC-85D6-479F5A2E87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A5465368-1AF5-43D6-BAD2-6BE8B04D94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CEB28D27-BDED-4D8C-94FC-58E93235713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77AC833D-449C-45F4-9851-216F3681F24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09528AAE-A1EB-446C-81BE-BA5E4490E4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9F7C0F2C-B581-402B-B4C4-6DFB7131498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356A6B0D-707F-420B-BF4D-2CB60CCCA06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8B7A59E-D61A-4BEB-A38A-1E8E5EBB83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DD99E1B6-CBC4-4306-9DFC-847D6D135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40000"/>
                </a:schemeClr>
              </a:gs>
              <a:gs pos="37000">
                <a:schemeClr val="bg2">
                  <a:alpha val="40000"/>
                </a:schemeClr>
              </a:gs>
              <a:gs pos="79000">
                <a:schemeClr val="bg2">
                  <a:alpha val="0"/>
                </a:scheme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169909A-66BA-1C73-4F55-B4DACDC266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0000" y="540000"/>
            <a:ext cx="4500561" cy="4259814"/>
          </a:xfrm>
        </p:spPr>
        <p:txBody>
          <a:bodyPr>
            <a:normAutofit/>
          </a:bodyPr>
          <a:lstStyle/>
          <a:p>
            <a:r>
              <a:rPr lang="en-DK" sz="8100"/>
              <a:t>TX08 Firmware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83089CD9-7D5C-F784-6E0E-CAC2180C50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0000" y="4988476"/>
            <a:ext cx="4500561" cy="1320249"/>
          </a:xfrm>
        </p:spPr>
        <p:txBody>
          <a:bodyPr>
            <a:normAutofit/>
          </a:bodyPr>
          <a:lstStyle/>
          <a:p>
            <a:r>
              <a:rPr lang="en-DK"/>
              <a:t>Why a slow 8051 can make us measurement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C16EB93-E299-481D-A004-769603D375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337600" y="3600"/>
            <a:ext cx="6854400" cy="6854400"/>
            <a:chOff x="0" y="3600"/>
            <a:chExt cx="6854400" cy="6854400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6CD13B55-E709-4E18-924B-655433A928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1" y="3600"/>
              <a:ext cx="5760000" cy="5760000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6A3B2E1D-0135-45FF-990A-436697D207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1" y="1992024"/>
              <a:ext cx="4320000" cy="4320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62BD9E0F-507C-49AD-B619-B42B4D342D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3600"/>
              <a:ext cx="6854400" cy="6854400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29" name="Picture 3">
            <a:extLst>
              <a:ext uri="{FF2B5EF4-FFF2-40B4-BE49-F238E27FC236}">
                <a16:creationId xmlns:a16="http://schemas.microsoft.com/office/drawing/2014/main" id="{0EC022AE-345D-9779-F7A1-AE5F5C401F0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750" r="-1" b="-1"/>
          <a:stretch>
            <a:fillRect/>
          </a:stretch>
        </p:blipFill>
        <p:spPr>
          <a:xfrm>
            <a:off x="4896763" y="-1"/>
            <a:ext cx="6858000" cy="6858000"/>
          </a:xfrm>
          <a:custGeom>
            <a:avLst/>
            <a:gdLst/>
            <a:ahLst/>
            <a:cxnLst/>
            <a:rect l="l" t="t" r="r" b="b"/>
            <a:pathLst>
              <a:path w="6858000" h="6858000">
                <a:moveTo>
                  <a:pt x="3429001" y="0"/>
                </a:moveTo>
                <a:cubicBezTo>
                  <a:pt x="5322784" y="0"/>
                  <a:pt x="6858000" y="1535216"/>
                  <a:pt x="6858000" y="3429001"/>
                </a:cubicBezTo>
                <a:cubicBezTo>
                  <a:pt x="6858000" y="5322785"/>
                  <a:pt x="5322784" y="6858000"/>
                  <a:pt x="3429001" y="6858000"/>
                </a:cubicBezTo>
                <a:cubicBezTo>
                  <a:pt x="1535216" y="6858000"/>
                  <a:pt x="0" y="5322785"/>
                  <a:pt x="0" y="3429001"/>
                </a:cubicBezTo>
                <a:cubicBezTo>
                  <a:pt x="0" y="1535216"/>
                  <a:pt x="1535216" y="0"/>
                  <a:pt x="3429001" y="0"/>
                </a:cubicBezTo>
                <a:close/>
              </a:path>
            </a:pathLst>
          </a:custGeom>
          <a:effectLst>
            <a:softEdge rad="1016000"/>
          </a:effectLst>
        </p:spPr>
      </p:pic>
    </p:spTree>
    <p:extLst>
      <p:ext uri="{BB962C8B-B14F-4D97-AF65-F5344CB8AC3E}">
        <p14:creationId xmlns:p14="http://schemas.microsoft.com/office/powerpoint/2010/main" val="37774969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lede 5" descr="Et billede, der indeholder tekst, avis, Publikation/tidsskrift/artikel, Avis">
            <a:extLst>
              <a:ext uri="{FF2B5EF4-FFF2-40B4-BE49-F238E27FC236}">
                <a16:creationId xmlns:a16="http://schemas.microsoft.com/office/drawing/2014/main" id="{FD753F5A-9DC1-3306-2BDE-0A6C8457C8F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586"/>
          <a:stretch>
            <a:fillRect/>
          </a:stretch>
        </p:blipFill>
        <p:spPr>
          <a:xfrm>
            <a:off x="20" y="10"/>
            <a:ext cx="8450297" cy="685799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916144BE-A01F-9400-442B-2597D6543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5251316" cy="162763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Hvem er jeg?</a:t>
            </a:r>
          </a:p>
        </p:txBody>
      </p:sp>
      <p:sp>
        <p:nvSpPr>
          <p:cNvPr id="4" name="Tekstfelt 3">
            <a:extLst>
              <a:ext uri="{FF2B5EF4-FFF2-40B4-BE49-F238E27FC236}">
                <a16:creationId xmlns:a16="http://schemas.microsoft.com/office/drawing/2014/main" id="{BB57662C-8160-E81C-438B-1CEF6CFCDC49}"/>
              </a:ext>
            </a:extLst>
          </p:cNvPr>
          <p:cNvSpPr txBox="1"/>
          <p:nvPr/>
        </p:nvSpPr>
        <p:spPr>
          <a:xfrm>
            <a:off x="838200" y="2219785"/>
            <a:ext cx="4619621" cy="39571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14313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>
                <a:solidFill>
                  <a:srgbClr val="FFFFFF"/>
                </a:solidFill>
              </a:rPr>
              <a:t>Navn: Gert Lauritsen</a:t>
            </a:r>
          </a:p>
          <a:p>
            <a:pPr marL="214313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>
                <a:solidFill>
                  <a:srgbClr val="FFFFFF"/>
                </a:solidFill>
              </a:rPr>
              <a:t>Bedrifter:</a:t>
            </a:r>
          </a:p>
          <a:p>
            <a:pPr marL="557213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>
                <a:solidFill>
                  <a:srgbClr val="FFFFFF"/>
                </a:solidFill>
              </a:rPr>
              <a:t>Svagstrømsingeniør</a:t>
            </a:r>
          </a:p>
          <a:p>
            <a:pPr marL="557213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>
                <a:solidFill>
                  <a:srgbClr val="FFFFFF"/>
                </a:solidFill>
              </a:rPr>
              <a:t>Medskifter af Skytem</a:t>
            </a:r>
          </a:p>
          <a:p>
            <a:pPr marL="557213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>
                <a:solidFill>
                  <a:srgbClr val="FFFFFF"/>
                </a:solidFill>
              </a:rPr>
              <a:t>SW&amp;HW udvikler</a:t>
            </a:r>
          </a:p>
          <a:p>
            <a:pPr marL="214313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>
                <a:solidFill>
                  <a:srgbClr val="FFFFFF"/>
                </a:solidFill>
              </a:rPr>
              <a:t>Hobby og Fritid:</a:t>
            </a:r>
          </a:p>
          <a:p>
            <a:pPr marL="557213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DK" sz="2000">
                <a:solidFill>
                  <a:srgbClr val="FFFFFF"/>
                </a:solidFill>
              </a:rPr>
              <a:t>Vinterbader</a:t>
            </a:r>
            <a:endParaRPr lang="en-US" sz="2000">
              <a:solidFill>
                <a:srgbClr val="FFFFFF"/>
              </a:solidFill>
            </a:endParaRPr>
          </a:p>
          <a:p>
            <a:pPr marL="557213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>
                <a:solidFill>
                  <a:srgbClr val="FFFFFF"/>
                </a:solidFill>
              </a:rPr>
              <a:t>3 børn, kone, hus og Elbil</a:t>
            </a:r>
          </a:p>
        </p:txBody>
      </p:sp>
      <p:pic>
        <p:nvPicPr>
          <p:cNvPr id="7" name="Billede 6" descr="Et billede, der indeholder Ansigt, person, tøj, Pande&#10;&#10;AI-genereret indhold kan være ukorrekt.">
            <a:extLst>
              <a:ext uri="{FF2B5EF4-FFF2-40B4-BE49-F238E27FC236}">
                <a16:creationId xmlns:a16="http://schemas.microsoft.com/office/drawing/2014/main" id="{D50D7EAC-9965-84C1-F905-89A5A0E7743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01" r="-1" b="11901"/>
          <a:stretch>
            <a:fillRect/>
          </a:stretch>
        </p:blipFill>
        <p:spPr>
          <a:xfrm>
            <a:off x="6225997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106895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17C87B-5571-E402-20F6-2602676D1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30D050C3-946A-4155-B469-3FE5492E6E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0"/>
            <a:ext cx="12191999" cy="6861600"/>
            <a:chOff x="1" y="0"/>
            <a:chExt cx="12191999" cy="68616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0D7BFBB-BF60-4EF1-AF1C-731347DB11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40150CBC-E30B-417C-9BB2-CE6BB1A644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476020D6-6ADB-408E-A69F-4EA6F51A7F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226C8E5-1D99-421D-AB3C-2AF296A153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67669339-D0C4-4CF0-9A76-5BFBCDB7988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38B31604-91C4-4CB0-8097-02EE0ADDC11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548340F5-A593-469A-98DC-B6D90D3B22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B59E3068-3000-4C82-ACA8-367498951E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C2E1C398-D8F7-4828-9F7F-80D61DAE2B6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13B333C-60FD-4260-80E0-190666C9DE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DC05F582-AA63-4A8C-915E-66057E4BEE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60000"/>
                </a:schemeClr>
              </a:gs>
              <a:gs pos="37000">
                <a:schemeClr val="bg2">
                  <a:alpha val="60000"/>
                </a:schemeClr>
              </a:gs>
              <a:gs pos="79000">
                <a:schemeClr val="bg2">
                  <a:alpha val="0"/>
                </a:scheme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05E51F4-1E61-BF1C-472F-305CAFC252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86315" y="540000"/>
            <a:ext cx="4554821" cy="2186096"/>
          </a:xfrm>
        </p:spPr>
        <p:txBody>
          <a:bodyPr anchor="b">
            <a:normAutofit/>
          </a:bodyPr>
          <a:lstStyle/>
          <a:p>
            <a:r>
              <a:rPr lang="en-GB"/>
              <a:t>System Context</a:t>
            </a:r>
            <a:endParaRPr lang="en-DK"/>
          </a:p>
        </p:txBody>
      </p:sp>
      <p:pic>
        <p:nvPicPr>
          <p:cNvPr id="5" name="Billede 4" descr="Et billede, der indeholder sky, tegning, udendørs, maleri&#10;&#10;AI-genereret indhold kan være ukorrekt.">
            <a:extLst>
              <a:ext uri="{FF2B5EF4-FFF2-40B4-BE49-F238E27FC236}">
                <a16:creationId xmlns:a16="http://schemas.microsoft.com/office/drawing/2014/main" id="{B6A04866-482E-8680-8A4D-D6B46B37BB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29"/>
          <a:stretch>
            <a:fillRect/>
          </a:stretch>
        </p:blipFill>
        <p:spPr>
          <a:xfrm>
            <a:off x="20" y="10"/>
            <a:ext cx="6444556" cy="6857990"/>
          </a:xfrm>
          <a:prstGeom prst="rect">
            <a:avLst/>
          </a:prstGeom>
        </p:spPr>
      </p:pic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0872F96B-1518-AD0F-1E0E-4E975B0FCF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04063" y="2947121"/>
            <a:ext cx="4537073" cy="3361604"/>
          </a:xfrm>
        </p:spPr>
        <p:txBody>
          <a:bodyPr anchor="t">
            <a:normAutofit/>
          </a:bodyPr>
          <a:lstStyle/>
          <a:p>
            <a:r>
              <a:rPr lang="en-DK"/>
              <a:t>Module responsibilities</a:t>
            </a:r>
          </a:p>
          <a:p>
            <a:r>
              <a:rPr lang="en-DK"/>
              <a:t>Programable counter array</a:t>
            </a:r>
          </a:p>
          <a:p>
            <a:r>
              <a:rPr lang="en-DK"/>
              <a:t>Sampling</a:t>
            </a:r>
            <a:endParaRPr lang="en-GB"/>
          </a:p>
          <a:p>
            <a:r>
              <a:rPr lang="en-DK"/>
              <a:t>Communication</a:t>
            </a:r>
            <a:endParaRPr lang="en-GB"/>
          </a:p>
          <a:p>
            <a:pPr marL="0" indent="0">
              <a:buNone/>
            </a:pPr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8699329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BA10581-08F2-4D9E-8CB4-07ECFEE95E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9E2092A-4250-4BDD-AC6C-CA57E30DD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7266875" cy="6858000"/>
            <a:chOff x="0" y="0"/>
            <a:chExt cx="7266875" cy="685800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FA1EE7D2-EB27-4C6C-8E54-CBCDDCA178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600"/>
              <a:ext cx="7266875" cy="6854400"/>
            </a:xfrm>
            <a:custGeom>
              <a:avLst/>
              <a:gdLst>
                <a:gd name="connsiteX0" fmla="*/ 3839675 w 7266875"/>
                <a:gd name="connsiteY0" fmla="*/ 0 h 6854400"/>
                <a:gd name="connsiteX1" fmla="*/ 7266875 w 7266875"/>
                <a:gd name="connsiteY1" fmla="*/ 3427200 h 6854400"/>
                <a:gd name="connsiteX2" fmla="*/ 3839675 w 7266875"/>
                <a:gd name="connsiteY2" fmla="*/ 6854400 h 6854400"/>
                <a:gd name="connsiteX3" fmla="*/ 3489264 w 7266875"/>
                <a:gd name="connsiteY3" fmla="*/ 6836706 h 6854400"/>
                <a:gd name="connsiteX4" fmla="*/ 3327588 w 7266875"/>
                <a:gd name="connsiteY4" fmla="*/ 6816161 h 6854400"/>
                <a:gd name="connsiteX5" fmla="*/ 3174464 w 7266875"/>
                <a:gd name="connsiteY5" fmla="*/ 6839531 h 6854400"/>
                <a:gd name="connsiteX6" fmla="*/ 2880000 w 7266875"/>
                <a:gd name="connsiteY6" fmla="*/ 6854400 h 6854400"/>
                <a:gd name="connsiteX7" fmla="*/ 0 w 7266875"/>
                <a:gd name="connsiteY7" fmla="*/ 3974400 h 6854400"/>
                <a:gd name="connsiteX8" fmla="*/ 226325 w 7266875"/>
                <a:gd name="connsiteY8" fmla="*/ 2853374 h 6854400"/>
                <a:gd name="connsiteX9" fmla="*/ 258015 w 7266875"/>
                <a:gd name="connsiteY9" fmla="*/ 2787590 h 6854400"/>
                <a:gd name="connsiteX10" fmla="*/ 224445 w 7266875"/>
                <a:gd name="connsiteY10" fmla="*/ 2657030 h 6854400"/>
                <a:gd name="connsiteX11" fmla="*/ 180561 w 7266875"/>
                <a:gd name="connsiteY11" fmla="*/ 2221714 h 6854400"/>
                <a:gd name="connsiteX12" fmla="*/ 2340561 w 7266875"/>
                <a:gd name="connsiteY12" fmla="*/ 61714 h 6854400"/>
                <a:gd name="connsiteX13" fmla="*/ 2828370 w 7266875"/>
                <a:gd name="connsiteY13" fmla="*/ 117025 h 6854400"/>
                <a:gd name="connsiteX14" fmla="*/ 2891183 w 7266875"/>
                <a:gd name="connsiteY14" fmla="*/ 134017 h 6854400"/>
                <a:gd name="connsiteX15" fmla="*/ 2983165 w 7266875"/>
                <a:gd name="connsiteY15" fmla="*/ 107897 h 6854400"/>
                <a:gd name="connsiteX16" fmla="*/ 3839675 w 7266875"/>
                <a:gd name="connsiteY16" fmla="*/ 0 h 6854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266875" h="6854400">
                  <a:moveTo>
                    <a:pt x="3839675" y="0"/>
                  </a:moveTo>
                  <a:cubicBezTo>
                    <a:pt x="5732465" y="0"/>
                    <a:pt x="7266875" y="1534410"/>
                    <a:pt x="7266875" y="3427200"/>
                  </a:cubicBezTo>
                  <a:cubicBezTo>
                    <a:pt x="7266875" y="5319990"/>
                    <a:pt x="5732465" y="6854400"/>
                    <a:pt x="3839675" y="6854400"/>
                  </a:cubicBezTo>
                  <a:cubicBezTo>
                    <a:pt x="3721376" y="6854400"/>
                    <a:pt x="3604476" y="6848406"/>
                    <a:pt x="3489264" y="6836706"/>
                  </a:cubicBezTo>
                  <a:lnTo>
                    <a:pt x="3327588" y="6816161"/>
                  </a:lnTo>
                  <a:lnTo>
                    <a:pt x="3174464" y="6839531"/>
                  </a:lnTo>
                  <a:cubicBezTo>
                    <a:pt x="3077646" y="6849363"/>
                    <a:pt x="2979412" y="6854400"/>
                    <a:pt x="2880000" y="6854400"/>
                  </a:cubicBezTo>
                  <a:cubicBezTo>
                    <a:pt x="1289420" y="6854400"/>
                    <a:pt x="0" y="5564980"/>
                    <a:pt x="0" y="3974400"/>
                  </a:cubicBezTo>
                  <a:cubicBezTo>
                    <a:pt x="0" y="3576755"/>
                    <a:pt x="80589" y="3197933"/>
                    <a:pt x="226325" y="2853374"/>
                  </a:cubicBezTo>
                  <a:lnTo>
                    <a:pt x="258015" y="2787590"/>
                  </a:lnTo>
                  <a:lnTo>
                    <a:pt x="224445" y="2657030"/>
                  </a:lnTo>
                  <a:cubicBezTo>
                    <a:pt x="195672" y="2516419"/>
                    <a:pt x="180561" y="2370831"/>
                    <a:pt x="180561" y="2221714"/>
                  </a:cubicBezTo>
                  <a:cubicBezTo>
                    <a:pt x="180561" y="1028779"/>
                    <a:pt x="1147626" y="61714"/>
                    <a:pt x="2340561" y="61714"/>
                  </a:cubicBezTo>
                  <a:cubicBezTo>
                    <a:pt x="2508318" y="61714"/>
                    <a:pt x="2671608" y="80838"/>
                    <a:pt x="2828370" y="117025"/>
                  </a:cubicBezTo>
                  <a:lnTo>
                    <a:pt x="2891183" y="134017"/>
                  </a:lnTo>
                  <a:lnTo>
                    <a:pt x="2983165" y="107897"/>
                  </a:lnTo>
                  <a:cubicBezTo>
                    <a:pt x="3256928" y="37461"/>
                    <a:pt x="3543927" y="0"/>
                    <a:pt x="3839675" y="0"/>
                  </a:cubicBezTo>
                  <a:close/>
                </a:path>
              </a:pathLst>
            </a:custGeom>
            <a:solidFill>
              <a:schemeClr val="bg2">
                <a:alpha val="60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73CF8FD-0917-4279-B6E7-120EE392F7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1094400"/>
              <a:ext cx="5760000" cy="5760000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F3A3FA15-CF3D-4F2B-BB5C-18E5DB3057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0561" y="61714"/>
              <a:ext cx="4320000" cy="4320000"/>
            </a:xfrm>
            <a:prstGeom prst="ellipse">
              <a:avLst/>
            </a:prstGeom>
            <a:solidFill>
              <a:schemeClr val="accent3">
                <a:alpha val="60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F776AED5-83E6-4A3D-B609-7CCABAD440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12475" y="0"/>
              <a:ext cx="6854400" cy="6854400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62BEF3A1-CEBD-3CC5-9876-C5BB8544E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2020" y="833015"/>
            <a:ext cx="5193960" cy="5202026"/>
          </a:xfrm>
        </p:spPr>
        <p:txBody>
          <a:bodyPr anchor="ctr">
            <a:normAutofit/>
          </a:bodyPr>
          <a:lstStyle/>
          <a:p>
            <a:pPr algn="ctr"/>
            <a:r>
              <a:rPr lang="en-GB" sz="5600" b="1"/>
              <a:t>Module Responsibilities</a:t>
            </a:r>
            <a:br>
              <a:rPr lang="en-GB" sz="5600" b="1"/>
            </a:br>
            <a:endParaRPr lang="en-DK" sz="560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02D4F626-E679-4925-F142-C0209453B9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04062" y="540347"/>
            <a:ext cx="4537075" cy="5760000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GB" sz="700" b="1"/>
              <a:t>TxProc.c</a:t>
            </a:r>
          </a:p>
          <a:p>
            <a:pPr>
              <a:lnSpc>
                <a:spcPct val="115000"/>
              </a:lnSpc>
            </a:pPr>
            <a:r>
              <a:rPr lang="en-GB" sz="700"/>
              <a:t>Pulse sequencing</a:t>
            </a:r>
          </a:p>
          <a:p>
            <a:pPr>
              <a:lnSpc>
                <a:spcPct val="115000"/>
              </a:lnSpc>
            </a:pPr>
            <a:r>
              <a:rPr lang="en-GB" sz="700"/>
              <a:t>PCA compare setup</a:t>
            </a:r>
          </a:p>
          <a:p>
            <a:pPr>
              <a:lnSpc>
                <a:spcPct val="115000"/>
              </a:lnSpc>
            </a:pPr>
            <a:r>
              <a:rPr lang="en-GB" sz="700"/>
              <a:t>State machine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GB" sz="700" b="1"/>
              <a:t>AnalogSample.c</a:t>
            </a:r>
          </a:p>
          <a:p>
            <a:pPr>
              <a:lnSpc>
                <a:spcPct val="115000"/>
              </a:lnSpc>
            </a:pPr>
            <a:r>
              <a:rPr lang="en-GB" sz="700"/>
              <a:t>ADC configuration</a:t>
            </a:r>
          </a:p>
          <a:p>
            <a:pPr>
              <a:lnSpc>
                <a:spcPct val="115000"/>
              </a:lnSpc>
            </a:pPr>
            <a:r>
              <a:rPr lang="en-GB" sz="700"/>
              <a:t>Sample readout</a:t>
            </a:r>
          </a:p>
          <a:p>
            <a:pPr>
              <a:lnSpc>
                <a:spcPct val="115000"/>
              </a:lnSpc>
            </a:pPr>
            <a:r>
              <a:rPr lang="en-GB" sz="700"/>
              <a:t>Scaling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GB" sz="700" b="1"/>
              <a:t>Komunikation.c</a:t>
            </a:r>
          </a:p>
          <a:p>
            <a:pPr>
              <a:lnSpc>
                <a:spcPct val="115000"/>
              </a:lnSpc>
            </a:pPr>
            <a:r>
              <a:rPr lang="en-GB" sz="700"/>
              <a:t>UART protocol</a:t>
            </a:r>
          </a:p>
          <a:p>
            <a:pPr>
              <a:lnSpc>
                <a:spcPct val="115000"/>
              </a:lnSpc>
            </a:pPr>
            <a:r>
              <a:rPr lang="en-GB" sz="700"/>
              <a:t>Command parsing</a:t>
            </a:r>
          </a:p>
          <a:p>
            <a:pPr>
              <a:lnSpc>
                <a:spcPct val="115000"/>
              </a:lnSpc>
            </a:pPr>
            <a:r>
              <a:rPr lang="en-GB" sz="700"/>
              <a:t>Data reporting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GB" sz="700" b="1"/>
              <a:t>config.c</a:t>
            </a:r>
          </a:p>
          <a:p>
            <a:pPr>
              <a:lnSpc>
                <a:spcPct val="115000"/>
              </a:lnSpc>
            </a:pPr>
            <a:r>
              <a:rPr lang="en-GB" sz="700"/>
              <a:t>Parameter validation</a:t>
            </a:r>
          </a:p>
          <a:p>
            <a:pPr>
              <a:lnSpc>
                <a:spcPct val="115000"/>
              </a:lnSpc>
            </a:pPr>
            <a:r>
              <a:rPr lang="en-GB" sz="700"/>
              <a:t>Default values</a:t>
            </a:r>
          </a:p>
          <a:p>
            <a:pPr>
              <a:lnSpc>
                <a:spcPct val="115000"/>
              </a:lnSpc>
            </a:pPr>
            <a:r>
              <a:rPr lang="en-GB" sz="700"/>
              <a:t>RAM configuration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GB" sz="700" b="1"/>
              <a:t>F000_FlashPrimitives.c</a:t>
            </a:r>
          </a:p>
          <a:p>
            <a:pPr>
              <a:lnSpc>
                <a:spcPct val="115000"/>
              </a:lnSpc>
            </a:pPr>
            <a:r>
              <a:rPr lang="en-GB" sz="700"/>
              <a:t>Low-level flash access</a:t>
            </a:r>
          </a:p>
          <a:p>
            <a:pPr>
              <a:lnSpc>
                <a:spcPct val="115000"/>
              </a:lnSpc>
            </a:pPr>
            <a:r>
              <a:rPr lang="en-GB" sz="700"/>
              <a:t>Parameter persistence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GB" sz="700" b="1"/>
              <a:t>Global.c</a:t>
            </a:r>
          </a:p>
          <a:p>
            <a:pPr>
              <a:lnSpc>
                <a:spcPct val="115000"/>
              </a:lnSpc>
            </a:pPr>
            <a:r>
              <a:rPr lang="en-GB" sz="700"/>
              <a:t>Shared state</a:t>
            </a:r>
          </a:p>
          <a:p>
            <a:pPr>
              <a:lnSpc>
                <a:spcPct val="115000"/>
              </a:lnSpc>
            </a:pPr>
            <a:r>
              <a:rPr lang="en-GB" sz="700"/>
              <a:t>Flags and counters</a:t>
            </a:r>
          </a:p>
          <a:p>
            <a:pPr>
              <a:lnSpc>
                <a:spcPct val="115000"/>
              </a:lnSpc>
            </a:pPr>
            <a:endParaRPr lang="en-DK" sz="700"/>
          </a:p>
        </p:txBody>
      </p:sp>
    </p:spTree>
    <p:extLst>
      <p:ext uri="{BB962C8B-B14F-4D97-AF65-F5344CB8AC3E}">
        <p14:creationId xmlns:p14="http://schemas.microsoft.com/office/powerpoint/2010/main" val="17354701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437721-42D7-CB12-051F-8D96A04ED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>
            <a:extLst>
              <a:ext uri="{FF2B5EF4-FFF2-40B4-BE49-F238E27FC236}">
                <a16:creationId xmlns:a16="http://schemas.microsoft.com/office/drawing/2014/main" id="{30D050C3-946A-4155-B469-3FE5492E6E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0"/>
            <a:ext cx="12191999" cy="6861600"/>
            <a:chOff x="1" y="0"/>
            <a:chExt cx="12191999" cy="6861600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70D7BFBB-BF60-4EF1-AF1C-731347DB11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40150CBC-E30B-417C-9BB2-CE6BB1A644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476020D6-6ADB-408E-A69F-4EA6F51A7F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8226C8E5-1D99-421D-AB3C-2AF296A153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67669339-D0C4-4CF0-9A76-5BFBCDB7988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38B31604-91C4-4CB0-8097-02EE0ADDC11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548340F5-A593-469A-98DC-B6D90D3B22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B59E3068-3000-4C82-ACA8-367498951E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C2E1C398-D8F7-4828-9F7F-80D61DAE2B6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813B333C-60FD-4260-80E0-190666C9DE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5" name="Rectangle 54">
            <a:extLst>
              <a:ext uri="{FF2B5EF4-FFF2-40B4-BE49-F238E27FC236}">
                <a16:creationId xmlns:a16="http://schemas.microsoft.com/office/drawing/2014/main" id="{DC05F582-AA63-4A8C-915E-66057E4BEE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60000"/>
                </a:schemeClr>
              </a:gs>
              <a:gs pos="37000">
                <a:schemeClr val="bg2">
                  <a:alpha val="60000"/>
                </a:schemeClr>
              </a:gs>
              <a:gs pos="79000">
                <a:schemeClr val="bg2">
                  <a:alpha val="0"/>
                </a:scheme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DA6E001-FF7C-9BF0-AA85-A739CB2E4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86315" y="540000"/>
            <a:ext cx="4554821" cy="218609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100"/>
              <a:t>void PCA0_ISR (void) interrupt</a:t>
            </a:r>
          </a:p>
        </p:txBody>
      </p:sp>
      <p:pic>
        <p:nvPicPr>
          <p:cNvPr id="5" name="Pladsholder til indhold 4" descr="Et billede, der indeholder tekst, diagram, Parallel, Teknisk tegning&#10;&#10;AI-genereret indhold kan være ukorrekt.">
            <a:extLst>
              <a:ext uri="{FF2B5EF4-FFF2-40B4-BE49-F238E27FC236}">
                <a16:creationId xmlns:a16="http://schemas.microsoft.com/office/drawing/2014/main" id="{CF7F0BEE-59F4-BAC7-356D-1B12385B56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7205" r="14565" b="2"/>
          <a:stretch>
            <a:fillRect/>
          </a:stretch>
        </p:blipFill>
        <p:spPr>
          <a:xfrm>
            <a:off x="20" y="10"/>
            <a:ext cx="6444556" cy="6857990"/>
          </a:xfrm>
          <a:prstGeom prst="rect">
            <a:avLst/>
          </a:prstGeom>
        </p:spPr>
      </p:pic>
      <p:sp>
        <p:nvSpPr>
          <p:cNvPr id="6" name="Tekstfelt 5">
            <a:extLst>
              <a:ext uri="{FF2B5EF4-FFF2-40B4-BE49-F238E27FC236}">
                <a16:creationId xmlns:a16="http://schemas.microsoft.com/office/drawing/2014/main" id="{1D0E3967-B885-BE84-75E0-603F710E6979}"/>
              </a:ext>
            </a:extLst>
          </p:cNvPr>
          <p:cNvSpPr txBox="1"/>
          <p:nvPr/>
        </p:nvSpPr>
        <p:spPr>
          <a:xfrm>
            <a:off x="6685095" y="2956396"/>
            <a:ext cx="5506885" cy="336160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pc="50"/>
              <a:t>The </a:t>
            </a:r>
            <a:r>
              <a:rPr lang="en-US" b="1" spc="50"/>
              <a:t>PCA0 ISR</a:t>
            </a:r>
            <a:r>
              <a:rPr lang="en-US" spc="50"/>
              <a:t> is the heartbeat of the transmitter:</a:t>
            </a:r>
          </a:p>
          <a:p>
            <a:pPr indent="-270000">
              <a:lnSpc>
                <a:spcPct val="11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pc="50"/>
              <a:t>Triggers ADC conversions</a:t>
            </a:r>
          </a:p>
          <a:p>
            <a:pPr indent="-270000">
              <a:lnSpc>
                <a:spcPct val="11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pc="50"/>
              <a:t>Advances the ADC multiplexer state machine</a:t>
            </a:r>
          </a:p>
          <a:p>
            <a:pPr indent="-270000">
              <a:lnSpc>
                <a:spcPct val="11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pc="50"/>
              <a:t>Associates samples with TX state (ON / OFF / CLAMP)</a:t>
            </a:r>
          </a:p>
          <a:p>
            <a:pPr indent="-270000">
              <a:lnSpc>
                <a:spcPct val="11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pc="50"/>
              <a:t>All timing is deterministic and hardware-driven.</a:t>
            </a:r>
          </a:p>
          <a:p>
            <a:pPr indent="-270000">
              <a:lnSpc>
                <a:spcPct val="11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pc="50"/>
          </a:p>
        </p:txBody>
      </p:sp>
    </p:spTree>
    <p:extLst>
      <p:ext uri="{BB962C8B-B14F-4D97-AF65-F5344CB8AC3E}">
        <p14:creationId xmlns:p14="http://schemas.microsoft.com/office/powerpoint/2010/main" val="3524772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507D65-F6C5-AB4C-7C1B-E39DBA74E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9">
            <a:extLst>
              <a:ext uri="{FF2B5EF4-FFF2-40B4-BE49-F238E27FC236}">
                <a16:creationId xmlns:a16="http://schemas.microsoft.com/office/drawing/2014/main" id="{BF4E480B-94D6-46F9-A2B6-B98D311FDC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1999" cy="6861600"/>
            <a:chOff x="1" y="0"/>
            <a:chExt cx="12191999" cy="6861600"/>
          </a:xfrm>
        </p:grpSpPr>
        <p:sp>
          <p:nvSpPr>
            <p:cNvPr id="39" name="Rectangle 10">
              <a:extLst>
                <a:ext uri="{FF2B5EF4-FFF2-40B4-BE49-F238E27FC236}">
                  <a16:creationId xmlns:a16="http://schemas.microsoft.com/office/drawing/2014/main" id="{07183CDE-91A1-40C3-8E80-66F89E1C2D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40" name="Oval 11">
              <a:extLst>
                <a:ext uri="{FF2B5EF4-FFF2-40B4-BE49-F238E27FC236}">
                  <a16:creationId xmlns:a16="http://schemas.microsoft.com/office/drawing/2014/main" id="{A6756515-F9AA-46BD-8DD2-AA15BA492A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41" name="Oval 12">
              <a:extLst>
                <a:ext uri="{FF2B5EF4-FFF2-40B4-BE49-F238E27FC236}">
                  <a16:creationId xmlns:a16="http://schemas.microsoft.com/office/drawing/2014/main" id="{ABA365E2-8B71-408B-9092-0104216AC7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dirty="0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BEDB8D7A-1BF6-4CDB-B93A-7736955F5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42" name="Rectangle 18">
                <a:extLst>
                  <a:ext uri="{FF2B5EF4-FFF2-40B4-BE49-F238E27FC236}">
                    <a16:creationId xmlns:a16="http://schemas.microsoft.com/office/drawing/2014/main" id="{5AACD774-5167-46C7-8A62-6E2FE4BE946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43" name="Rectangle 19">
                <a:extLst>
                  <a:ext uri="{FF2B5EF4-FFF2-40B4-BE49-F238E27FC236}">
                    <a16:creationId xmlns:a16="http://schemas.microsoft.com/office/drawing/2014/main" id="{06E0F2D8-452E-48F9-9912-C47EAEAE18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91FBBF95-430B-427C-A6E8-DB899217FC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44" name="Rectangle 16">
                <a:extLst>
                  <a:ext uri="{FF2B5EF4-FFF2-40B4-BE49-F238E27FC236}">
                    <a16:creationId xmlns:a16="http://schemas.microsoft.com/office/drawing/2014/main" id="{BEE64698-3ED2-4395-B7FC-65248E437E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45" name="Rectangle 17">
                <a:extLst>
                  <a:ext uri="{FF2B5EF4-FFF2-40B4-BE49-F238E27FC236}">
                    <a16:creationId xmlns:a16="http://schemas.microsoft.com/office/drawing/2014/main" id="{FE20B1E1-CE09-4C2A-A3FB-DB8026C54E9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sp>
          <p:nvSpPr>
            <p:cNvPr id="46" name="Rectangle 15">
              <a:extLst>
                <a:ext uri="{FF2B5EF4-FFF2-40B4-BE49-F238E27FC236}">
                  <a16:creationId xmlns:a16="http://schemas.microsoft.com/office/drawing/2014/main" id="{0CB2405B-A907-48B3-906A-FB3573C0B2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47" name="Rectangle 21">
            <a:extLst>
              <a:ext uri="{FF2B5EF4-FFF2-40B4-BE49-F238E27FC236}">
                <a16:creationId xmlns:a16="http://schemas.microsoft.com/office/drawing/2014/main" id="{6DC8E2D9-6729-4614-8667-C1016D318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 useBgFill="1">
        <p:nvSpPr>
          <p:cNvPr id="48" name="Rectangle 23">
            <a:extLst>
              <a:ext uri="{FF2B5EF4-FFF2-40B4-BE49-F238E27FC236}">
                <a16:creationId xmlns:a16="http://schemas.microsoft.com/office/drawing/2014/main" id="{DE59CF68-BABE-4C2C-8CF4-65074F93B2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E1D28A9-431E-4E55-ADE3-161D757A2D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0"/>
            <a:ext cx="12191999" cy="6861600"/>
            <a:chOff x="1" y="0"/>
            <a:chExt cx="12191999" cy="6861600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72CEE02A-6F09-45F4-B9A5-7C18CC77D2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FE8156EC-CE46-48E4-9D85-95D9D8BEBC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BB9DDD85-3F41-4B1D-9372-0773066BAF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C1131344-09B5-4648-B3ED-C0DCDA5921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883500BA-71FE-4DAF-BE27-C182514DC0A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EB5220F2-0C35-4C88-8E51-ECBD8A66D0F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77B188C7-435E-43E1-92A9-8C3870670C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CB3992E9-AE5B-4001-81F2-F0257DA37E4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5A9B8F0F-31BC-431F-A85C-5BAA30B9F00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7A5E54EA-3C4C-4DAB-9DD7-8ADFC0CC18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04D326E6-DCF1-49C2-A73B-F2163348A0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40000"/>
                </a:schemeClr>
              </a:gs>
              <a:gs pos="100000">
                <a:schemeClr val="bg2">
                  <a:alpha val="80000"/>
                </a:schemeClr>
              </a:gs>
            </a:gsLst>
            <a:lin ang="162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2E1A504-58BE-69F6-0081-E6FDAD609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7487" y="3768810"/>
            <a:ext cx="9217026" cy="176945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800" b="1"/>
              <a:t>PROGRAMMABLE COUNTER ARRAY</a:t>
            </a:r>
            <a:r>
              <a:rPr lang="en-US" sz="3800"/>
              <a:t> </a:t>
            </a:r>
            <a:br>
              <a:rPr lang="en-US" sz="3800"/>
            </a:br>
            <a:endParaRPr lang="en-US" sz="3800"/>
          </a:p>
        </p:txBody>
      </p:sp>
      <p:pic>
        <p:nvPicPr>
          <p:cNvPr id="5" name="Pladsholder til indhold 4" descr="Et billede, der indeholder tekst, Font/skrifttype, skærmbillede, nummer/tal&#10;&#10;AI-genereret indhold kan være ukorrekt.">
            <a:extLst>
              <a:ext uri="{FF2B5EF4-FFF2-40B4-BE49-F238E27FC236}">
                <a16:creationId xmlns:a16="http://schemas.microsoft.com/office/drawing/2014/main" id="{2C24985F-1CE7-1145-2C1E-93DEFCE035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alphaModFix/>
          </a:blip>
          <a:stretch>
            <a:fillRect/>
          </a:stretch>
        </p:blipFill>
        <p:spPr>
          <a:xfrm>
            <a:off x="1546673" y="549275"/>
            <a:ext cx="9087788" cy="2771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951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F3FAE3-2F23-AC7E-A224-7A04EE69B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486C9BE-95C9-BF41-9ED2-4FB81DD265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0000"/>
            <a:ext cx="11101135" cy="624380"/>
          </a:xfrm>
        </p:spPr>
        <p:txBody>
          <a:bodyPr>
            <a:normAutofit fontScale="90000"/>
          </a:bodyPr>
          <a:lstStyle/>
          <a:p>
            <a:r>
              <a:rPr lang="en-GB" sz="4000" b="1"/>
              <a:t>PROGRAMMABLE COUNTER ARRAY</a:t>
            </a:r>
            <a:r>
              <a:rPr lang="en-GB" sz="4000"/>
              <a:t> </a:t>
            </a:r>
            <a:br>
              <a:rPr lang="en-GB"/>
            </a:br>
            <a:endParaRPr lang="en-DK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712E9A2A-F8E4-0B2E-D07B-8DA14D276D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DK"/>
              <a:t>PCA interrupt is acting as the </a:t>
            </a:r>
            <a:r>
              <a:rPr lang="en-DK" b="1"/>
              <a:t>real-time executive</a:t>
            </a:r>
            <a:r>
              <a:rPr lang="en-DK"/>
              <a:t> for:</a:t>
            </a:r>
          </a:p>
          <a:p>
            <a:pPr lvl="0"/>
            <a:r>
              <a:rPr lang="en-DK"/>
              <a:t>Detecting transmitter switching edges (capture on module 0)</a:t>
            </a:r>
          </a:p>
          <a:p>
            <a:pPr lvl="0"/>
            <a:r>
              <a:rPr lang="en-DK"/>
              <a:t>Scheduling precisely-timed ADC measurements during </a:t>
            </a:r>
            <a:r>
              <a:rPr lang="en-DK" b="1"/>
              <a:t>on-time</a:t>
            </a:r>
            <a:r>
              <a:rPr lang="en-DK"/>
              <a:t> and </a:t>
            </a:r>
            <a:r>
              <a:rPr lang="en-DK" b="1"/>
              <a:t>off-time</a:t>
            </a:r>
            <a:endParaRPr lang="en-DK"/>
          </a:p>
          <a:p>
            <a:pPr lvl="0"/>
            <a:r>
              <a:rPr lang="en-DK"/>
              <a:t>Sequencing a </a:t>
            </a:r>
            <a:r>
              <a:rPr lang="en-DK" b="1"/>
              <a:t>sign/polarity pattern</a:t>
            </a:r>
            <a:r>
              <a:rPr lang="en-DK"/>
              <a:t> (signtable) at each cycle</a:t>
            </a:r>
          </a:p>
          <a:p>
            <a:pPr lvl="0"/>
            <a:r>
              <a:rPr lang="en-DK"/>
              <a:t>Running an auxiliary self-test toggling via module 3</a:t>
            </a:r>
          </a:p>
          <a:p>
            <a:pPr marL="0" indent="0">
              <a:buNone/>
            </a:pPr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0053280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15467AF-40C0-B23A-E810-6CB1117E0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0000"/>
            <a:ext cx="11101135" cy="897861"/>
          </a:xfrm>
        </p:spPr>
        <p:txBody>
          <a:bodyPr>
            <a:normAutofit fontScale="90000"/>
          </a:bodyPr>
          <a:lstStyle/>
          <a:p>
            <a:r>
              <a:rPr lang="en-DK" sz="5300" b="1"/>
              <a:t>Module-by-module walkthrough of ISR</a:t>
            </a:r>
            <a:br>
              <a:rPr lang="en-DK" b="1"/>
            </a:br>
            <a:endParaRPr lang="en-DK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EA8A8DB9-561E-AF69-6238-641C3DDAF9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DK" b="1"/>
              <a:t>Timestamping first pulse of a data sequence</a:t>
            </a:r>
            <a:endParaRPr lang="en-DK"/>
          </a:p>
          <a:p>
            <a:r>
              <a:rPr lang="en-DK" b="1"/>
              <a:t>Schedule an on-time measurement using Timer3</a:t>
            </a:r>
            <a:endParaRPr lang="en-DK"/>
          </a:p>
          <a:p>
            <a:pPr lvl="1"/>
            <a:r>
              <a:rPr lang="en-DK"/>
              <a:t>Increment counters and allow measurement</a:t>
            </a:r>
          </a:p>
          <a:p>
            <a:pPr lvl="1"/>
            <a:r>
              <a:rPr lang="en-DK"/>
              <a:t>Compute on-time using last ON capture</a:t>
            </a:r>
          </a:p>
          <a:p>
            <a:pPr lvl="1"/>
            <a:r>
              <a:rPr lang="en-DK"/>
              <a:t>Series/pulse counting for “moment” completion</a:t>
            </a:r>
          </a:p>
          <a:p>
            <a:pPr lvl="1"/>
            <a:r>
              <a:rPr lang="en-DK"/>
              <a:t>Schedule an </a:t>
            </a:r>
            <a:r>
              <a:rPr lang="en-DK" b="1"/>
              <a:t>off-time measurement</a:t>
            </a:r>
            <a:r>
              <a:rPr lang="en-DK"/>
              <a:t> using PCA module 1 as a one-shot compare</a:t>
            </a:r>
          </a:p>
          <a:p>
            <a:pPr marL="0" indent="0">
              <a:buNone/>
            </a:pPr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699723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BDE426-CE12-DBDA-1FB0-0BCBB4EB6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D2FD795-8DF5-44F0-8664-4D8F626DD8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C6B683D-13FA-4605-8648-01FC9C82FE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0"/>
            <a:ext cx="12191999" cy="6861600"/>
            <a:chOff x="1" y="0"/>
            <a:chExt cx="12191999" cy="68616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852A959-AA36-4E4C-940B-F33A7BE0AB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FFFC38A9-EA65-4BD6-A6E1-CAD07CCB81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F9E36CA9-9013-4306-B36F-2E349B6FED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CE8D3FFE-4362-43F6-99D3-1B83F7AD59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F7AA39D6-8796-468A-8C18-D17C0BBF21A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75967788-298A-4B75-B02F-0625E5F8483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8D0FB4E1-29BE-427B-9999-B25351A07C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39914662-C165-4AD1-89C0-F6C47C10903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384C8199-BC83-4D02-8937-CF9AB0F4CF1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A28F3F3-1D22-45C2-8627-C7E4E74BDD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9D8267F7-1115-4F9A-BEF5-BB6664BCF0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bg2">
                  <a:alpha val="40000"/>
                </a:schemeClr>
              </a:gs>
              <a:gs pos="100000">
                <a:schemeClr val="bg2">
                  <a:alpha val="80000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BB3739B-72C8-C973-8AB5-98A6A9115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86315" y="545126"/>
            <a:ext cx="4554821" cy="2186096"/>
          </a:xfrm>
        </p:spPr>
        <p:txBody>
          <a:bodyPr anchor="t">
            <a:normAutofit/>
          </a:bodyPr>
          <a:lstStyle/>
          <a:p>
            <a:r>
              <a:rPr lang="en-DK"/>
              <a:t>Sampling</a:t>
            </a:r>
          </a:p>
        </p:txBody>
      </p:sp>
      <p:pic>
        <p:nvPicPr>
          <p:cNvPr id="5" name="Billede 4" descr="Et billede, der indeholder tekst, skærmbillede, software, Font/skrifttype&#10;&#10;AI-genereret indhold kan være ukorrekt.">
            <a:extLst>
              <a:ext uri="{FF2B5EF4-FFF2-40B4-BE49-F238E27FC236}">
                <a16:creationId xmlns:a16="http://schemas.microsoft.com/office/drawing/2014/main" id="{B370E055-B593-E6B2-8EFD-57ED499D1B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0" y="2191733"/>
            <a:ext cx="6049714" cy="2465258"/>
          </a:xfrm>
          <a:prstGeom prst="rect">
            <a:avLst/>
          </a:prstGeom>
        </p:spPr>
      </p:pic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3984699B-5FC1-D067-3716-EAF71C3363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04063" y="2947121"/>
            <a:ext cx="4537073" cy="3361604"/>
          </a:xfrm>
        </p:spPr>
        <p:txBody>
          <a:bodyPr anchor="t">
            <a:normAutofit/>
          </a:bodyPr>
          <a:lstStyle/>
          <a:p>
            <a:pPr>
              <a:lnSpc>
                <a:spcPct val="115000"/>
              </a:lnSpc>
            </a:pPr>
            <a:r>
              <a:rPr lang="en-GB" sz="1000" b="1"/>
              <a:t>On-time measurement sequence (NextADC = 1)</a:t>
            </a:r>
          </a:p>
          <a:p>
            <a:pPr>
              <a:lnSpc>
                <a:spcPct val="115000"/>
              </a:lnSpc>
            </a:pPr>
            <a:r>
              <a:rPr lang="en-GB" sz="1000"/>
              <a:t>Triggered once by Timer3_ISR, then chained by the ADC ISR:</a:t>
            </a:r>
          </a:p>
          <a:p>
            <a:pPr>
              <a:lnSpc>
                <a:spcPct val="115000"/>
              </a:lnSpc>
            </a:pPr>
            <a:r>
              <a:rPr lang="en-GB" sz="1000"/>
              <a:t>NextADC = 1 → measure </a:t>
            </a:r>
            <a:r>
              <a:rPr lang="en-GB" sz="1000" b="1"/>
              <a:t>Ion</a:t>
            </a:r>
            <a:endParaRPr lang="en-GB" sz="1000"/>
          </a:p>
          <a:p>
            <a:pPr lvl="1">
              <a:lnSpc>
                <a:spcPct val="115000"/>
              </a:lnSpc>
            </a:pPr>
            <a:r>
              <a:rPr lang="en-GB" sz="1000"/>
              <a:t>Applies IOffset compensation</a:t>
            </a:r>
          </a:p>
          <a:p>
            <a:pPr lvl="1">
              <a:lnSpc>
                <a:spcPct val="115000"/>
              </a:lnSpc>
            </a:pPr>
            <a:r>
              <a:rPr lang="en-GB" sz="1000"/>
              <a:t>Accumulates into:</a:t>
            </a:r>
          </a:p>
          <a:p>
            <a:pPr lvl="2">
              <a:lnSpc>
                <a:spcPct val="115000"/>
              </a:lnSpc>
            </a:pPr>
            <a:r>
              <a:rPr lang="en-GB" sz="1000"/>
              <a:t>cstak.current</a:t>
            </a:r>
          </a:p>
          <a:p>
            <a:pPr lvl="2">
              <a:lnSpc>
                <a:spcPct val="115000"/>
              </a:lnSpc>
            </a:pPr>
            <a:r>
              <a:rPr lang="en-GB" sz="1000"/>
              <a:t>cstak.varcurrent (sum of squares)</a:t>
            </a:r>
          </a:p>
          <a:p>
            <a:pPr lvl="2">
              <a:lnSpc>
                <a:spcPct val="115000"/>
              </a:lnSpc>
            </a:pPr>
            <a:r>
              <a:rPr lang="en-GB" sz="1000"/>
              <a:t>cstak.maxcurrent, cstak.mincurrent</a:t>
            </a:r>
          </a:p>
          <a:p>
            <a:pPr lvl="2">
              <a:lnSpc>
                <a:spcPct val="115000"/>
              </a:lnSpc>
            </a:pPr>
            <a:r>
              <a:rPr lang="en-GB" sz="1000"/>
              <a:t>cstak.NPeriode++</a:t>
            </a:r>
          </a:p>
          <a:p>
            <a:pPr lvl="1">
              <a:lnSpc>
                <a:spcPct val="115000"/>
              </a:lnSpc>
            </a:pPr>
            <a:r>
              <a:rPr lang="en-GB" sz="1000"/>
              <a:t>Sets NextADC++ → becomes 2</a:t>
            </a:r>
          </a:p>
          <a:p>
            <a:pPr>
              <a:lnSpc>
                <a:spcPct val="115000"/>
              </a:lnSpc>
            </a:pPr>
            <a:r>
              <a:rPr lang="en-GB" sz="1000"/>
              <a:t>NextADC = 2 → measure </a:t>
            </a:r>
            <a:r>
              <a:rPr lang="en-GB" sz="1000" b="1"/>
              <a:t>Von</a:t>
            </a:r>
            <a:endParaRPr lang="en-GB" sz="1000"/>
          </a:p>
          <a:p>
            <a:pPr lvl="1">
              <a:lnSpc>
                <a:spcPct val="115000"/>
              </a:lnSpc>
            </a:pPr>
            <a:r>
              <a:rPr lang="en-GB" sz="1000"/>
              <a:t>Accumulates cstak.von += tmpint</a:t>
            </a:r>
          </a:p>
          <a:p>
            <a:pPr lvl="1">
              <a:lnSpc>
                <a:spcPct val="115000"/>
              </a:lnSpc>
            </a:pPr>
            <a:r>
              <a:rPr lang="en-GB" sz="1000"/>
              <a:t>Sets NextADC = 0 (sequence ends)</a:t>
            </a:r>
          </a:p>
          <a:p>
            <a:pPr marL="0" indent="0">
              <a:lnSpc>
                <a:spcPct val="115000"/>
              </a:lnSpc>
              <a:buNone/>
            </a:pPr>
            <a:endParaRPr lang="en-DK" sz="1000"/>
          </a:p>
        </p:txBody>
      </p:sp>
    </p:spTree>
    <p:extLst>
      <p:ext uri="{BB962C8B-B14F-4D97-AF65-F5344CB8AC3E}">
        <p14:creationId xmlns:p14="http://schemas.microsoft.com/office/powerpoint/2010/main" val="16130801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37325C-FD2E-5B4E-27B0-40221AFFC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D2FD795-8DF5-44F0-8664-4D8F626DD8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11">
            <a:extLst>
              <a:ext uri="{FF2B5EF4-FFF2-40B4-BE49-F238E27FC236}">
                <a16:creationId xmlns:a16="http://schemas.microsoft.com/office/drawing/2014/main" id="{7C6B683D-13FA-4605-8648-01FC9C82FE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0"/>
            <a:ext cx="12191999" cy="6861600"/>
            <a:chOff x="1" y="0"/>
            <a:chExt cx="12191999" cy="6861600"/>
          </a:xfrm>
        </p:grpSpPr>
        <p:sp>
          <p:nvSpPr>
            <p:cNvPr id="25" name="Rectangle 12">
              <a:extLst>
                <a:ext uri="{FF2B5EF4-FFF2-40B4-BE49-F238E27FC236}">
                  <a16:creationId xmlns:a16="http://schemas.microsoft.com/office/drawing/2014/main" id="{9852A959-AA36-4E4C-940B-F33A7BE0AB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13">
              <a:extLst>
                <a:ext uri="{FF2B5EF4-FFF2-40B4-BE49-F238E27FC236}">
                  <a16:creationId xmlns:a16="http://schemas.microsoft.com/office/drawing/2014/main" id="{FFFC38A9-EA65-4BD6-A6E1-CAD07CCB81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14">
              <a:extLst>
                <a:ext uri="{FF2B5EF4-FFF2-40B4-BE49-F238E27FC236}">
                  <a16:creationId xmlns:a16="http://schemas.microsoft.com/office/drawing/2014/main" id="{F9E36CA9-9013-4306-B36F-2E349B6FED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8" name="Group 15">
              <a:extLst>
                <a:ext uri="{FF2B5EF4-FFF2-40B4-BE49-F238E27FC236}">
                  <a16:creationId xmlns:a16="http://schemas.microsoft.com/office/drawing/2014/main" id="{CE8D3FFE-4362-43F6-99D3-1B83F7AD59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F7AA39D6-8796-468A-8C18-D17C0BBF21A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75967788-298A-4B75-B02F-0625E5F8483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9" name="Group 16">
              <a:extLst>
                <a:ext uri="{FF2B5EF4-FFF2-40B4-BE49-F238E27FC236}">
                  <a16:creationId xmlns:a16="http://schemas.microsoft.com/office/drawing/2014/main" id="{8D0FB4E1-29BE-427B-9999-B25351A07C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39914662-C165-4AD1-89C0-F6C47C10903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384C8199-BC83-4D02-8937-CF9AB0F4CF1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A28F3F3-1D22-45C2-8627-C7E4E74BDD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9D8267F7-1115-4F9A-BEF5-BB6664BCF0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bg2">
                  <a:alpha val="40000"/>
                </a:schemeClr>
              </a:gs>
              <a:gs pos="100000">
                <a:schemeClr val="bg2">
                  <a:alpha val="80000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F1A74E0-4A84-F0D3-D7E5-D3D059A10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86315" y="545126"/>
            <a:ext cx="4554821" cy="2186096"/>
          </a:xfrm>
        </p:spPr>
        <p:txBody>
          <a:bodyPr anchor="t">
            <a:normAutofit/>
          </a:bodyPr>
          <a:lstStyle/>
          <a:p>
            <a:r>
              <a:rPr lang="en-GB" sz="5100"/>
              <a:t>Communication Interface</a:t>
            </a:r>
            <a:endParaRPr lang="en-DK" sz="5100"/>
          </a:p>
        </p:txBody>
      </p:sp>
      <p:pic>
        <p:nvPicPr>
          <p:cNvPr id="5" name="Billede 4" descr="Et billede, der indeholder skærmbillede, tekst, software, Multimediesoftware&#10;&#10;AI-genereret indhold kan være ukorrekt.">
            <a:extLst>
              <a:ext uri="{FF2B5EF4-FFF2-40B4-BE49-F238E27FC236}">
                <a16:creationId xmlns:a16="http://schemas.microsoft.com/office/drawing/2014/main" id="{E5C19211-3744-DD2D-2F6F-1578BBC6F8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0" y="2312728"/>
            <a:ext cx="6049714" cy="2223269"/>
          </a:xfrm>
          <a:prstGeom prst="rect">
            <a:avLst/>
          </a:prstGeom>
        </p:spPr>
      </p:pic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63E6808E-9411-6145-3275-D1E3A60F52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04063" y="2947121"/>
            <a:ext cx="4537073" cy="3361604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GB" b="1"/>
              <a:t>Supported Commands</a:t>
            </a:r>
          </a:p>
          <a:p>
            <a:r>
              <a:rPr lang="en-GB"/>
              <a:t>Read status</a:t>
            </a:r>
          </a:p>
          <a:p>
            <a:r>
              <a:rPr lang="en-GB"/>
              <a:t>Set TX parameters</a:t>
            </a:r>
          </a:p>
          <a:p>
            <a:r>
              <a:rPr lang="en-GB"/>
              <a:t>Start / stop TX</a:t>
            </a:r>
          </a:p>
          <a:p>
            <a:r>
              <a:rPr lang="en-GB"/>
              <a:t>Request sampled data</a:t>
            </a:r>
          </a:p>
          <a:p>
            <a:r>
              <a:rPr lang="en-GB"/>
              <a:t>Flash read/write</a:t>
            </a:r>
          </a:p>
          <a:p>
            <a:pPr marL="0" indent="0">
              <a:buNone/>
            </a:pPr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297007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BF4E480B-94D6-46F9-A2B6-B98D311FDC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1999" cy="6861600"/>
            <a:chOff x="1" y="0"/>
            <a:chExt cx="12191999" cy="68616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7183CDE-91A1-40C3-8E80-66F89E1C2D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A6756515-F9AA-46BD-8DD2-AA15BA492A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ABA365E2-8B71-408B-9092-0104216AC7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dirty="0"/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BEDB8D7A-1BF6-4CDB-B93A-7736955F5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5AACD774-5167-46C7-8A62-6E2FE4BE946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06E0F2D8-452E-48F9-9912-C47EAEAE18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91FBBF95-430B-427C-A6E8-DB899217FC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BEE64698-3ED2-4395-B7FC-65248E437E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FE20B1E1-CE09-4C2A-A3FB-DB8026C54E9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CB2405B-A907-48B3-906A-FB3573C0B2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6DC8E2D9-6729-4614-8667-C1016D318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9B9AACA9-BD92-429F-8047-0731DB46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E5BB66A-1184-00F2-E8F1-463B47566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0000"/>
            <a:ext cx="11090272" cy="106518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/>
              <a:t>Communication Interface</a:t>
            </a:r>
          </a:p>
        </p:txBody>
      </p:sp>
      <p:pic>
        <p:nvPicPr>
          <p:cNvPr id="5" name="Billede 4" descr="Et billede, der indeholder tekst, skærmbillede, software&#10;&#10;AI-genereret indhold kan være ukorrekt.">
            <a:extLst>
              <a:ext uri="{FF2B5EF4-FFF2-40B4-BE49-F238E27FC236}">
                <a16:creationId xmlns:a16="http://schemas.microsoft.com/office/drawing/2014/main" id="{C7E4BADA-6E1B-0571-6D9A-3C55A22F04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90" y="1459966"/>
            <a:ext cx="5997573" cy="4858034"/>
          </a:xfrm>
          <a:prstGeom prst="rect">
            <a:avLst/>
          </a:prstGeom>
        </p:spPr>
      </p:pic>
      <p:pic>
        <p:nvPicPr>
          <p:cNvPr id="7" name="Billede 6" descr="Et billede, der indeholder tekst, skærmbillede, software, Font/skrifttype&#10;&#10;AI-genereret indhold kan være ukorrekt.">
            <a:extLst>
              <a:ext uri="{FF2B5EF4-FFF2-40B4-BE49-F238E27FC236}">
                <a16:creationId xmlns:a16="http://schemas.microsoft.com/office/drawing/2014/main" id="{8D06EE0B-D538-C817-DDF9-615CB4B81D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5136" y="1673568"/>
            <a:ext cx="6899156" cy="2569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57591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D8C8FC-0C50-4718-657C-4A2D3FA4A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/>
              <a:t>Setup dev system</a:t>
            </a:r>
          </a:p>
        </p:txBody>
      </p:sp>
      <p:sp>
        <p:nvSpPr>
          <p:cNvPr id="5" name="Pladsholder til indhold 4">
            <a:extLst>
              <a:ext uri="{FF2B5EF4-FFF2-40B4-BE49-F238E27FC236}">
                <a16:creationId xmlns:a16="http://schemas.microsoft.com/office/drawing/2014/main" id="{F1C0094E-C7C0-1CBB-CDC0-2928E2EA3A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DK"/>
              <a:t>Uses Keil PK-51 compiler in a silabs IDE</a:t>
            </a:r>
          </a:p>
          <a:p>
            <a:pPr marL="0" indent="0">
              <a:buNone/>
            </a:pPr>
            <a:r>
              <a:rPr lang="en-GB">
                <a:hlinkClick r:id="rId2"/>
              </a:rPr>
              <a:t>https://www.silabs.com/software-and-tools/8-bit-8051-microcontroller-software-studio?tab=downloads</a:t>
            </a:r>
            <a:endParaRPr lang="en-DK"/>
          </a:p>
          <a:p>
            <a:pPr marL="0" indent="0">
              <a:buNone/>
            </a:pPr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928032062"/>
      </p:ext>
    </p:extLst>
  </p:cSld>
  <p:clrMapOvr>
    <a:masterClrMapping/>
  </p:clrMapOvr>
</p:sld>
</file>

<file path=ppt/theme/theme1.xml><?xml version="1.0" encoding="utf-8"?>
<a:theme xmlns:a="http://schemas.openxmlformats.org/drawingml/2006/main" name="GlowVTI">
  <a:themeElements>
    <a:clrScheme name="Glow">
      <a:dk1>
        <a:sysClr val="windowText" lastClr="000000"/>
      </a:dk1>
      <a:lt1>
        <a:sysClr val="window" lastClr="FFFFFF"/>
      </a:lt1>
      <a:dk2>
        <a:srgbClr val="000000"/>
      </a:dk2>
      <a:lt2>
        <a:srgbClr val="F2F2F2"/>
      </a:lt2>
      <a:accent1>
        <a:srgbClr val="00BAC8"/>
      </a:accent1>
      <a:accent2>
        <a:srgbClr val="794DFF"/>
      </a:accent2>
      <a:accent3>
        <a:srgbClr val="00D17D"/>
      </a:accent3>
      <a:accent4>
        <a:srgbClr val="E69500"/>
      </a:accent4>
      <a:accent5>
        <a:srgbClr val="FE5D21"/>
      </a:accent5>
      <a:accent6>
        <a:srgbClr val="404040"/>
      </a:accent6>
      <a:hlink>
        <a:srgbClr val="3E8FF1"/>
      </a:hlink>
      <a:folHlink>
        <a:srgbClr val="939393"/>
      </a:folHlink>
    </a:clrScheme>
    <a:fontScheme name="Blur">
      <a:majorFont>
        <a:latin typeface="Bell M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lowVTI" id="{D5B5AA20-F6D3-43B8-AF6B-ECAF69256418}" vid="{93025AB5-1D44-4CD3-9BC3-729F6E11E040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225</TotalTime>
  <Words>391</Words>
  <Application>Microsoft Office PowerPoint</Application>
  <PresentationFormat>Widescreen</PresentationFormat>
  <Paragraphs>85</Paragraphs>
  <Slides>12</Slides>
  <Notes>1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4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12</vt:i4>
      </vt:variant>
    </vt:vector>
  </HeadingPairs>
  <TitlesOfParts>
    <vt:vector size="17" baseType="lpstr">
      <vt:lpstr>Aptos</vt:lpstr>
      <vt:lpstr>Arial</vt:lpstr>
      <vt:lpstr>Avenir Next LT Pro</vt:lpstr>
      <vt:lpstr>Bell MT</vt:lpstr>
      <vt:lpstr>GlowVTI</vt:lpstr>
      <vt:lpstr>TX08 Firmware</vt:lpstr>
      <vt:lpstr>Hvem er jeg?</vt:lpstr>
      <vt:lpstr>System Context</vt:lpstr>
      <vt:lpstr>Module Responsibilities </vt:lpstr>
      <vt:lpstr>void PCA0_ISR (void) interrupt</vt:lpstr>
      <vt:lpstr>PROGRAMMABLE COUNTER ARRAY  </vt:lpstr>
      <vt:lpstr>PROGRAMMABLE COUNTER ARRAY  </vt:lpstr>
      <vt:lpstr>Module-by-module walkthrough of ISR </vt:lpstr>
      <vt:lpstr>Sampling</vt:lpstr>
      <vt:lpstr>Communication Interface</vt:lpstr>
      <vt:lpstr>Communication Interface</vt:lpstr>
      <vt:lpstr>Setup dev system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Gert Lauritsen</dc:creator>
  <cp:lastModifiedBy>Gert Lauritsen</cp:lastModifiedBy>
  <cp:revision>6</cp:revision>
  <dcterms:created xsi:type="dcterms:W3CDTF">2026-01-15T08:22:24Z</dcterms:created>
  <dcterms:modified xsi:type="dcterms:W3CDTF">2026-01-29T17:48:10Z</dcterms:modified>
</cp:coreProperties>
</file>